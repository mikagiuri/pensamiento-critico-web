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18 · UNIDAD 3 · ARGUMENTAR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Repaso y examen de la unidad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Repasamos la unidad: qué es un argumento, cómo reconstruirlo, las tres preguntas, deducción e inducción, y contraejemplos y analogías.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analogía ______ dos cosas parecidas.  (sesión 17)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______ es un caso que ilustra o apoya una idea.  (sesión 17)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palabras pista como «porque» o «por tanto» se llaman ______.  (sesión 13)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analogía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compara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dos cosas parecidas.  (sesión 17)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ejemplo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un caso que ilustra o apoya una idea.  (sesión 17)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palabras pista como «porque» o «por tanto» se llaman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indicadores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13)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argumento es como una silla: la conclusión es el asiento y las premisas son las patas.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pasa si una pata está rota, o si falta una?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Repaso de la unidad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13 · ¿Qué es un argumento?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argumento es 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conclusión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apoyada 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premisas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(razones).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Antes de premisa: «porque», «ya que», «como»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Antes de conclusión: «por tanto», «así que», «por eso»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conclusión no siempre va al final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14 · Reconstruir argumentos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1. Busca la conclusión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2. Busca las premisas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3. Quita lo que sobra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4. Busca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premisa oculta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la que no se dice, pero hace falta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15 · Buenas razones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Si falla…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 de razón que falla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¿Es verdad?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razón es falsa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«Con cuatro horas de sueño tienes de sobra»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¿Viene a cuento?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 tiene que ver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«Debe ser delegado porque es el más alto»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¿Es suficiente?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 basta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«Son unos vagos: uno no trajo los deberes»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16 · Deducción e inducción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Tipo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Conclusión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Deducción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Segura, si está bien hecha y las premisas son verdad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Todos los de 2.º tienen Inglés; un chico es de 2.º…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Inducción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Probable: puede fallar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pizza siempre llega fría; hoy también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Sesión 17 · Ejemplos, contraejemplos y analogías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Herramienta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hace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Ejemplo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Apoya una idea, pero no demuestra un «todos»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Contraejemplo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Va en contra: basta uno para tumbar un «todos»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Analogía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Compara: es buena si se parecen en lo que importa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Un caso con todo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UN CASO CON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El móvil en clase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«Nadie aprende nada con el móvil en clase: mi hermano lo usa y lo suspende todo. Por tanto, hay que prohibir los móviles en todos los institutos.»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C: hay que prohibir los móviles en todos los institutos. P: nadie aprende con el móvil; mi hermano suspende.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suficiente? El hermano es un solo caso: una inducción muy débil.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verdad «nadie aprende»? Un contraejemplo la tumba: alguien que usa el móvil como diccionario y aprende.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idea se puede defender, pero estas razones no son suficientes.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UN CASO CON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Una deducción que falla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«Todos los peces pueden vivir fuera del agua. El salmón es un pez. Por tanto, el salmón puede vivir fuera del agua.»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una deducción bien hecha. ¿Entonces la conclusión es segura?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forma es buena: si las premisas fueran verdad, la conclusión también lo sería.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hago la primera pregunta de una buena razón: ¿es verdad? P1 es falsa.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 una premisa falsa, la deducción no asegura nada, aunque esté bien hecha.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deducción asegura la conclusión solo si está bien hecha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y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sus premisas son verdad.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argumento es una conclusión apoyada en premisas; a veces hay premisas ocultas.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buena razón es verdad, viene a cuento y es suficiente.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deducción bien hecha asegura; la inducción hace probable; un contraejemplo tumba un «todos».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Sin apuntes. Junto a cada respuesta, marca «seguro» o «dudo».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