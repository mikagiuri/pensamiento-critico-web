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18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es una falacia y las que atacan a la persona, deforman la idea, desvían el tema o usan emociones.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______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______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______ bueno, pero no lo es.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parece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bueno, pero no lo es.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(sesión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fallar: ¿viene a cuento? o ¿es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tener una conclusión verdadera: falla el camino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Atacar y deformar (sesiones 14 y 15)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(ad hominem)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«Tú también» (tu quoque)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Tú tampoco lo cumples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¿Eso hace falso el consejo?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Deforma la idea del otro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eso exactamente lo que he dicho?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Emocionar y desviar (sesiones 16 y 17)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al miedo (ad metum)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Asusta sin pruebas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¿Ese peligro es real?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pena (ad misericordiam)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 pena, no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quito la pena, ¿qué razón queda?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de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con lo que hablábamos?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Atacar a la persona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Exagerar la idea del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Asustar sin pruebas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para esquivar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Dudar de quien gana dinero con ello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Resumir la idea con justicia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Avisar de un peligro real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por algo urgente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analizar una frase sospechosa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¿Qué me piden creer o hacer?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¿Qué razón me dan?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¿Viene a cuento? ¿Habla de la idea o de otra cosa?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Si es un truco, ponle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hazle su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«Siempre llegas tarde»: ataca a la persona, no a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«Te quedas sin amigos»: apelación al miedo, sin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«¿Has visto el partido?»: pista falsa, cambia de tema.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falacias y ninguna razón. La opinión del otro sigue sin respuesta.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Miedo y prisa: ¿siempre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 incendios. La profesora: «¡Salid ya, en fila, sin coger las mochilas!».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Mete miedo y prisa, como las cadenas de WhatsApp. ¿Es apelación al miedo?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miedo y hay prisa: no deja pensar con calma.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peligro es real, o puede serlo: la alarma es la señal.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pararse a discutir sería lo peligroso. Ya se comprobará después.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Mira si el peligro es real, no solo si da miedo.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parece un buen argumento, pero sus razones no sostienen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de esta unidad atacan a la persona, deforman la idea, desvían o emocionan.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una pregunta que la desmonta.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