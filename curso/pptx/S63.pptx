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«comunicación asertiva adolescentes» · «cómo discutir sin pelear»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63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No estar de acuerdo sin atacar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 puede no estar de acuerdo sin atacar: se critica la idea con razones, nunca a la persona, y se puede cambiar de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para reformular: «¿Quieres ______ que…?».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escucha ______ es atender hasta poder repetir con tus palabras lo que dice el otro.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______ en redes.  (sesión 51)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para reformular: «¿Quieres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decir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que…?».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escucha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activa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atender hasta poder repetir con tus palabras lo que dice el otro.  (sesión 62)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seguidores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redes.  (sesión 51)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una cena familiar, tu tío y tu prima hablan de fútbol. Él levanta la voz. Ella se ríe de él. Al final nadie recuerda de qué hablaban.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¿Se puede no estar de acuerdo sin acabar así?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normas del buen diálogo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normas del buen diálogo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Escuchar de verdad: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poder repetir lo que dice el otro.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razones, no gritar: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cuenta el mejor argumento, no la voz más alta.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Responder a la mejor versión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lo que dice el otro (sesión 58).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Criticar la idea, no la persona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14).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Poder cambiar de 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hay razones mejores (sesión 57).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Desacuerdo sin ataque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decir «no estoy de acuerdo» y explicar por qué, sin atacar a quien piensa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estar de acuerdo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es una pelea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critica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la persona se la respeta, piense lo que piense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NORMAS DEL BUEN DIÁLOGO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Atacar o no estar de acuerdo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Ataque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Desacuerdo sin ataque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«Eso es una tontería, como tú»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lo veo así, porque…»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«Tú siempre dices chorradas»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«En esto creo que te equivocas: …»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«Cállate, que no tienes ni idea»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lo piensas? Yo veo otra razón»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Del ataque a la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«Los videojuegos deberían tener un límite de horas». Aitor: «Lo dices porque eres malísimo jugando».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ataca a Kevin, no a su idea: es un ataque a la persona (sesión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ataque, Aitor podría decir: «No lo veo así: prefiero que cada familia decida su límite».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hay una razón que Kevin puede pensar y contestar.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misma opinión contraria, dicha sin ataque, hace avanzar la conversación.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«Tienes razón»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«El sábado vamos a ver la peli nueva». Naiara: «Mira, no la estrenan hasta el viernes que viene». Iker lo comprueba: «Tienes razón. ¿Bolera, entonces?».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no ataca: corrige un dato y da una razón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Iker lo comprueba y cambia de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perdido Iker? No: ahora sabe algo que no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reconocer «tienes razón» no es perder, es aprender (sesión 57).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«¡Me estás atacando!»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propone ir en bici a la playa. Maialen: «No me convence: se tarda más de una hora y hemos quedado en media». Chen: «¡Siempre me atacas!».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se siente atacado. ¿Le ha atacado Maialen?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Maialen dice que el plan de Chen no le convence.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¿de qué habla? Del plan y del tiempo, no de cómo es Chen.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una razón que se puede comprobar. Criticar una idea no es atacar a quien la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desacuerdo sin ataque. Sentirse atacado no demuestra que te hayan atacado.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Analizar una conversación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ANALIZAR UNA CONVERSACIÓN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para analizar una conversación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actitud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¿Respetan los turnos y a las personas?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Los argumentos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¿Dan razones y ejemplos, o solo opiniones?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participación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¿Pueden hablar todos, o uno lo acapara?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problema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¿Al final entienden mejor la pregunta?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ANALIZAR UNA CONVERSACIÓN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¿Se puede dialogar con quien no quiere?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Para dialogar hacen falta 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mínimo, por las dos partes: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querer escuchar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el otro solo ataca, tú puedes no atacar, pero no hay diálogo.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lo mejor es parar y seguir en otro momento.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puede no estar de acuerdo sin atacar: se critica la idea, no la persona.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 buen diálogo cuenta el mejor argumento, no la voz más alta.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Decir «tienes razón» no es perder: es aprender.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decir que no estás de acuerdo con respeto (comunicación asertiva)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frases concretas para no estar de acuerdo sin atacar a nadie.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