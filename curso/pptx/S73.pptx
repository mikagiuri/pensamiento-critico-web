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73 · UNIDAD 15 · ¿QUIÉN SOY?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Identidad individual y colectiva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Tenemos una identidad individual y varias colectivas a la vez; reducir a alguien a un solo grupo es injusto y peligroso.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la forma de ser de alguien: tímido o abierto, por ejemplo.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«soy malo en mates» tras un solo examen es una generalización ______.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diálogo, el rival es la ______, no la otra persona.  (sesión 61)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personalidad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la forma de ser de alguien: tímido o abierto, por ejemplo.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«soy malo en mates» tras un solo examen es una generalización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diálogo, el rival es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pregunta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la otra persona.  (sesión 61)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es de Santutxu, del Athletic, habla euskera, es hermano mayor, juega a la Play y su abuela es gallega.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esas cosas es quien es de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Yo y nosotros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 individual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que te hace único: tu historia, tu forma de ser, tus gustos y tus decisiones.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Responde a la 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¿quién soy yo?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tiene exactamente la misma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 colectiva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que compartes con un grupo al que sientes que perteneces: un «nosotros».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Responde a la 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¿con quiénes soy «nosotros»?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Cuadrilla, equipo, lengua, barrio, origen, religión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vimos en la sesión 64: un grupo siente un «nosotros»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Una idea de Amin Maalouf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Escritor nacido en el Líbano que vive en Francia. En su libro «Identidades asesinas» (1998) defiende, con otras palabras: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persona tiene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muchas pertenencias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la vez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Ninguna de ellas, sola, dice quién eres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Reducir a alguien 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sola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puede llevar al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El problema de los estereotipos no es que sean falsos, sino que son incompletos.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Chimamanda Ngozi Adichie, escritora nigeriana, en su charla «El peligro de la historia única» (2009)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Muchas identidades a la vez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Volvemos al chico de antes: de Santutxu, del Athletic, euskaldun, hermano mayor, jugador de Play, nieto de una abuela gallega.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Individual: su forma de ser, su historia, que le guste la Play.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Colectivas: el Athletic, el euskera, el barrio, la familia gallega.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compiten: ese chico puede sentirse de Bilbao y querer también a Galicia.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nadie es solo una cosa. Tenemos varias identidades a la vez, y conviven.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«Es de la Real»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Tras un derbi, en el grupo del equipo alguien escribe sobre un compañero: «Es de la Real. No os fieis de él para nada».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reduce a ese compañero 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una sola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pertenencia: su equipo.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«nosotros y ellos» (sesión 66): tratar peor a los de fuera por ser de fuera.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Ser de la Real no dice nada de si es de fiar.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reducir a alguien a un solo grupo es injusto y abre la puerta al desprecio.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Mejor no ser de ningún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Después de la sesión 66, una chica piensa: «Si los grupos crean el “nosotros y ellos”, lo mejor es no sentirse parte de ninguno».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buena idea no pertenecer a ningún grupo?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lógico: sin grupos, no habría rivalidades.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pertenecer da apoyo, compañía y sentido. Todos lo necesitamos.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problema no es tener un «nosotros», sino despreciar a «ellos» o reducirlos a una sola cosa.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falso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26). Se puede pertenecer a grupos y tratar bien a los de fuera.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identidad individual es lo que te hace único; la colectiva, lo que compartes con un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Todos tenemos varias identidades colectivas a la vez, y pueden convivir.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Reducir a alguien a un solo grupo es injusto: los estereotipos son incompletos.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Chimamanda Ngozi Adichie: «El peligro de la historia única» (charla TED, 2009)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a la autora de la cita contar cómo una sola historia sobre un grupo crea estereotipos. Basta un fragmento.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