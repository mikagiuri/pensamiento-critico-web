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«publicidad encubierta influencers» · «#publi influencers España explicado»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51 · UNIDAD 9 · PERSUASIÓN Y MANIPULACIÓN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Influencers y publicidad encubierta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influencer puede recomendar o vender; la publicidad encubierta esconde que es un anuncio y usa la autenticidad como producto.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usa a alguien que te cae bien.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comprar: espera, quita el truco y ______.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______.  (sesión 39)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simpatía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usa a alguien que te cae bien.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comprar: espera, quita el truco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compara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muestra que no se parece a la población está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sesgada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youtuber de videojuegos dice: «Este ratón me ha cambiado la vida. Lo uso en todas mis partidas». Al final del vídeo pone un código de descuento.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una recomendación o un anuncio? ¿Cómo lo sabrías?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Recomendar y vender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Influencer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Persona con muchos seguidores en redes que puede influir en lo que compran o piensan.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Recomendar: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 cuenta lo que le gusta, sin acuerdo con la marca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Vender: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marca le paga, o le da algo, por enseñarlo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simple vista, muchas veces no se ve la diferencia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Publicidad encubierta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un anuncio disfrazado de opinión personal: no dice que una marca ha pagado o dado algo.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Parece el consejo de un amigo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Por eso bajamos la guardia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España, la publicidad debe identificarse como publicidad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RECOMENDAR Y VENDER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se identifica un anuncio en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En España, la publicidad no se puede esconder. Formas habituales de avisar: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Etiquetas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#ad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bien visibles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palabra «publicidad» en el mensaje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etiqueta de la propia red: «colaboración pagada»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código de descuento suele indicar un acuerdo con la marca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ratón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«Este ratón me ha cambiado la vida. Lo uso en todas mis partidas.» Al final, un código de descuento. No pone #publi.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dice? Que el ratón le ha cambiado la vida.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pistas de negocio? Sí: el código de descuento suele indicar un acuerdo con la marca.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ha identificado como publicidad? No: no hay #publi ni la palabra «publicidad».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tomo su opinión como la de un amigo. Busco análisis de gente que no cobre.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autenticidad como producto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sigue a una streamer que parece su amiga: habla de sus problemas, contesta comentarios y dice «sois mi familia». Luego anuncia bebidas energéticas.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funciona? Chen confía en ella como en una amiga.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Esa confianza es lo que compra la marca: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autenticidad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(parecer natural y sincero) se vende.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Aunque ponga #publi, la simpatía (sesión 50) sigue funcionando.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puedo seguirla y, a la vez, mirar el anuncio como un anuncio.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«No me han pagado nada»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marca le regala a una tiktoker unas zapatillas. Ella las enseña y dice: «No es publi: no me han pagado nada».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cobra dinero… ¿entonces es una recomendación sin interés?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ha recibido dinero.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 recibido algo de la marca. Un regalo, un viaje o un código también crean un interés.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opinión puede ser sincera, pero no es la de alguien que no gana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mires solo el dinero. Pregunta: ¿tiene algún acuerdo o interés con la marca?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influencer puede recomendar sin interés o vender porque una marca le paga o le regala cosas.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publicidad encubierta esconde que es un anuncio; en España hay que identificarla, por ejemplo con #publi.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cercanía del influencer también es un producto: la marca compra su autenticidad.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Publicidad encubierta de influencers en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de cómo se identifica (o se esconde) un anuncio en redes.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