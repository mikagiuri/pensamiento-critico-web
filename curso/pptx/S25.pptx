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Nadie tiene que contestar: solo pensarlo.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unos segundos para que piensen la respuesta fácil antes de enseñar los pasos.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2 minutos para que lo escriban. La diapositiva siguiente muestra el resumen.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Buscar: «diferencia entre poder y autoridad» · «tipos de autoridad explicado fácil»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42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1F2A44"/>
                </a:solidFill>
                <a:latin typeface="Nunito Sans"/>
              </a:rPr>
              <a:t>🦉 Aula de Filosofía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25 · UNIDAD 5 · AUTORIDAD E INFLUENCIA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¿Qué es una autoridad?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Una autoridad por poder puede mandarte; una autoridad por saber te da buenas razones para creer algo.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En las falacias de la unidad 4, las razones no ______ para la conclusión.  (sesión 24)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falso dilema presenta solo dos ______.  (sesión 24)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Las tres preguntas de una buena razón: ¿es verdad?, ¿viene a ______?, ¿es ______?  (sesión 13)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En las falacias de la unidad 4, las razones no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bastan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para la conclusión.  (sesión 24)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falso dilema presenta solo dos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opciones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24)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Las tres preguntas de una buena razón: ¿es verdad?, ¿viene a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cuento</a:t>
            </a:r>
            <a:r>
              <a:rPr sz="2600" b="0">
                <a:solidFill>
                  <a:srgbClr val="1F2A44"/>
                </a:solidFill>
                <a:latin typeface="Nunito Sans"/>
              </a:rPr>
              <a:t>?, ¿es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suficiente</a:t>
            </a:r>
            <a:r>
              <a:rPr sz="2600" b="0">
                <a:solidFill>
                  <a:srgbClr val="1F2A44"/>
                </a:solidFill>
                <a:latin typeface="Nunito Sans"/>
              </a:rPr>
              <a:t>?  (sesión 13)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Tu entrenador te dice: «Sal al campo». Tu médica te dice: «Tómate este jarabe». Los dos «mandan».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¿Les haces caso por el mismo motivo?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Dos tipos de autoridad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DOS TIPOS DE AUTORIDAD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Autoridad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Una autoridad es alguien a quien hacemos caso por lo que es o por lo que sabe.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Por poder: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puede mandar, porque tiene un cargo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Por saber: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sabe mucho de un tema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Una misma persona puede tener las dos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DOS TIPOS DE AUTORIDAD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Poder y saber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3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/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Autoridad por poder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Autoridad por saber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Qué tiene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Un cargo: puede mandar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Conocimiento de un tema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Ejemplos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Directora, árbitro, policía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Médica, mecánico, profesor de Química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Qué me pide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Que obedezca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Que me crea lo que dice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Por qué hacer caso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Por las normas del grupo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Porque sabe y tiene pruebas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DOS TIPOS DE AUTORIDAD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Cuidado: tener poder no es tener razón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El árbitro manda en el partido, pero puede equivocarse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Obedecer no significa que quien manda tenga razón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Nadie sabe de todo por ser jefe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Por su saber, un experto no puede mandarte: solo darte razones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El árbitro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En un partido del Athletic, el árbitro pita penalti. En la repetición se ve claro que no lo era.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autoridad tiene el árbitro? Por poder: el reglamento le da la última palabra.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¿Acierta siempre? No: es una persona y puede equivocarse.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¿Hay que obedecerle? En el partido, sí: su decisión cuenta.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obedecer al árbitro no significa creer que tiene razón.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La mecánica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Naiara lleva la bici al taller. La mecánica le dice que la cadena está gastada y que hay que cambiarla.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autoridad tiene? Por saber: arregla bicis todos los días.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¿Puede obligar a Naiara? No: no manda sobre ella.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¿Por qué creerla? Porque sabe del tema y puede enseñarle la cadena gastada.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le hago caso por lo que sabe, no porque me mande.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3 · La directora y el fútbol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La directora del instituto dice en el patio: «Este año el Athletic gana la Liga, seguro».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¿Tiene autoridad? Por poder, en el instituto: puede poner normas.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¿Tiene autoridad por saber sobre fútbol? No más que cualquier aficionado.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Su cargo no hace que su opinión sobre fútbol valga más.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el poder en un sitio no da saber en todos los temas.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El socorrista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En la playa, el socorrista pita: «¡Fuera del agua, hay corrientes!». Iker: «Solo tiene poder. Tener poder no es tener razón».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¿Obedecerle es solo obedecer al que manda?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Tiene poder: su cargo le deja mandar en la playa.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también sabe: está formado para ver corrientes y mira el mar todo el día.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Aquí las dos autoridades van juntas, y hay muy buenas razones para salir.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«tener poder no es tener razón» no quiere decir que quien manda se equivoque. Mira si también sabe.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Una autoridad es alguien a quien hacemos caso por su poder o por su saber.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La autoridad por poder puede mandar; la autoridad por saber da razones.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Tener poder no es lo mismo que tener razón, aunque a veces se tienen las dos.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Diferencia entre poder y autoridad por conocimiento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Que vean con otros ejemplos que obedecer a quien manda no es lo mismo que creer a quien sabe.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