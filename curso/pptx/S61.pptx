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61 · UNIDAD 11 · EL ARTE DE DIALOGAR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¿Qué es dialogar?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Dialogar no es hablar por turnos hasta que uno gana: es pensar juntos para entender mejor un problema.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 razonable fiarse de un experto en su ______; la fama no es saber.  (sesión 60)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Convencer da razones; manipular ______ tu juicio.  (sesión 60)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Juzgar a alguien entero por un solo ______ es el efecto halo.  (sesión 49)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 razonable fiarse de un experto en su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campo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; la fama no es saber.  (sesión 60)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Convencer da razones; manipular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esquiva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tu juicio.  (sesión 60)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Juzgar a alguien entero por un solo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rasgo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el efecto halo.  (sesión 49)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Grupo de WhatsApp de la cuadrilla, 23:40. Ochenta mensajes sobre dónde quedar el sábado. Al final nadie ha cambiado de idea y todos están enfadados.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ha fallado en esa conversación?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es dialogar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DIALOGAR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Dialogar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hablar con otros para pensar juntos y entender mejor un problema.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El rival es 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pregunta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no la otra persona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Las ideas se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mueven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se añaden y se corrigen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Aunque no haya acuerdo, sales entendiendo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más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DIALOGAR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Pelea, discusión de sordos y diálogo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Tipo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pasa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Ejemplo: ¿deberes sí o no?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Pelea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 ataca a las personas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«¡Eres un vago!» «¡Y tú un plasta!»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Discusión de sordos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Cada uno repite su idea más alto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«Son necesarios.» «Pues yo digo que no.»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Diálogo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 escucha y se dan razones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«Ayudan a repasar. ¿Tú por qué piensas que no?»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DIALOGAR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Dos maneras de hablar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Hablar para ganar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otro es un rival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Solo cuenta mi idea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Escucho para contestar rápido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Hablar para entender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otro me ayuda a pensar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Cuentan las razones de los dos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Escucho para entender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Los deberes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«Los deberes ayudan a repasar. ¿Tú por qué piensas que no?». Una chica: «En casa no tengo tiempo ni un sitio tranquilo». El chico: «Vale. ¿Y si fueran voluntarios?».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¿Hay ataques a la persona? No: hablan de los deberes, no de cómo es cada uno.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¿Se escuchan? Sí: el chico pregunta por la razón de la chica y la tiene en cuenta.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¿Se mueven las ideas? Sí: aparece una idea nueva, los deberes voluntarios.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un diálogo. Los dos piensan juntos sobre el problema.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El grupo de la cuadrilla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«Quedamos en el Arenal». Una chica: «Mejor en Moyúa». El chico: «Que no, en el Arenal». La chica: «Moyúa, y punto». Así, cuarenta mensajes.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¿Hay insultos? 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¿Alguien da una razón? No: solo repiten su idea, cada vez más fuerte.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¿Alguien pregunta «¿por qué?»? Tampoco. Nadie escucha al otro.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una discusión de sordos. Sin razones ni escucha, la conversación no avanza.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Sin acuerdo, ¿fracaso?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y un chico hablan del uniforme escolar. Se escuchan, dan razones y descubren cosas nuevas. Al final siguen sin estar de acuerdo.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han llegado a un acuerdo. ¿Ha fracasado el diálogo?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cada uno sigue pensando distinto.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el objetivo no era ganar ni acabar pensando igual: era entender mejor el problema.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Los dos saben ahora más: conocen las razones del otro.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 diálogo puede ir bien sin acuerdo. El acuerdo es una buena meta, pero no es obligatorio.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El acuerdo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EL ACUERDO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Consenso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el acuerdo al que se llega después de un diálogo.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 una buena meta, pero no la única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Llega por las razones, no por cansancio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Decir «vale» para que te dejen en paz no es consenso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Dialogar es hablar con otros para pensar juntos y entender mejor un problema.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En una pelea se ataca a las personas; en una discusión de sordos nadie escucha.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diálogo puede ir bien aunque no acabe en acuerdo: lo importante es entender más.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diferencia entre discutir para ganar y dialogar para entender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con otros ejemplos que dialogar es pensar juntos, no ganar al otro.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