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Buscar: «falacia ad hominem ejemplos» · «falacia tu quoque»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14 · UNIDAD 3 · FALACIAS I: ATACAR, DESVIAR, EMOCIONAR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Ataque a la persona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Atacar a quien habla, o decirle que él también lo hace, no demuestra que su idea sea falsa.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Las tres preguntas de una buena razón: ¿es verdad?, ¿viene a ______?, ¿es ______?  (sesión 13)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Las falacias de la unidad 3 atacan, ______ o emocionan.  (sesión 13)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Si la razón es ______, el argumento se cae.  (sesión 9)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Las tres preguntas de una buena razón: ¿es verdad?, ¿viene 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cuento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?, ¿es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suficiente</a:t>
            </a:r>
            <a:r>
              <a:rPr sz="2600" b="0">
                <a:solidFill>
                  <a:srgbClr val="1F2A44"/>
                </a:solidFill>
                <a:latin typeface="Nunito Sans"/>
              </a:rPr>
              <a:t>?  (sesión 13)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Las falacias de la unidad 3 atacan,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desvían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o emocionan.  (sesión 13)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Si la razón es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falsa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, el argumento se cae.  (sesión 9)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Omar propone alargar el recreo cinco minutos. Kevin contesta: «Tú qué vas a proponer, si eres nuevo y no sabes ni dónde está el gimnasio».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¿Ha dicho Kevin algo sobre si la idea de Omar es buena?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Atacar a la persona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ATACAR A LA PERSONA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Ataque a la persona (ad hominem)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Atacar a quien da un argumento en lugar de responder a su argumento.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En latín,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ad hominem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significa «contra la persona»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Ataca su aspecto, sus notas, su edad, su familia…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La idea se queda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sin responder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Pregunta: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¿qué tiene que ver quién lo dice con la idea?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ATACAR A LA PERSONA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«Tú también» (tu quoque)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Rechazar una crítica o un consejo porque quien lo da tampoco lo cumple.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En latín,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tu quoque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significa «tú también»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Es un tipo de ataque a la persona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Que alguien no cumpla un consejo no lo hace falso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ATACAR A LA PERSONA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Cómo reconocerlo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Señal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Ejemplo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Habla de la persona, no de la idea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«¿Tú? Si suspendiste Matemáticas.»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Usa su edad, su grupo o su aspecto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«Eres un crío, qué sabrás.»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Le devuelve la crítica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«Pues tú también lo haces.»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El recreo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Omar propone alargar el recreo cinco minutos. Kevin: «Tú qué vas a proponer, si eres nuevo y no sabes ni dónde está el gimnasio».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propone Omar? Alargar el recreo.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responde Kevin? Habla de Omar, no del recreo.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tiene que ver ser nuevo con la idea? Nada: la idea es buena o mala igual.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ataque a la persona. La propuesta de Omar sigue sin respuesta.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«Tú también», en casa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La madre de Yasmin: «Deja ya el móvil, llevas tres horas». Yasmin: «¡Pues anda que tú, siempre con el WhatsApp!».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dice la madre? Que tres horas de móvil son demasiadas.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responde Yasmin? Que su madre también lo usa mucho.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¿Eso cambia algo? Si la madre también se pasa, el consejo sirve para las dos.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«tú también». Puede ser cierto, pero no responde a la crítica.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3 · Cuando la persona sí importa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 vídeo dice que unas pastillas quitan el acné en tres días. Quien lo dice es el dueño de la marca que las vende.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¿Habla de la persona? Sí: dice que gana dinero vendiéndolas.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¿Viene a cuento? Sí: quien gana dinero puede exagerar. Es una razón para pedir pruebas.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no demuestra que sea falso: solo que su palabra no basta.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no es ad hominem. Hablar de la persona vale si afecta a su fiabilidad.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No todo es ataque a la persona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3 · NO TODO ES ATAQUE A LA PERSONA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¿Ataque o dato que viene a cuento?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Ataque a la persona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«No le hagas caso, es un friki»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«Qué sabrá, si es de primero»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«Tú también lo haces, así que calla»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Viene a cuento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«Lo vende él: pidamos pruebas»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«Ya nos mintió con esto: comprobémoslo»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«No es médico: preguntemos a un médico»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3 · NO TODO ES ATAQUE A LA PERSONA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¿Siempre es «tú también»?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Omar, el delegado, pide en clase: «Respetad el turno de palabra». Luego interrumpe a todos. Naiara: «Pides respetar el turno y tú no lo respetas».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Le devuelve la crítica. ¿Es la falacia «tú también»?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Naiara no dice que la norma sea mala. No la usa para librarse de cumplirla.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Señala una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incoherencia</a:t>
            </a:r>
            <a:r>
              <a:rPr sz="2400" b="0">
                <a:solidFill>
                  <a:srgbClr val="1F2A44"/>
                </a:solidFill>
                <a:latin typeface="Nunito Sans"/>
              </a:rPr>
              <a:t> real: Omar pide algo que él no hace.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Y eso viene a cuento: un delegado tiene que dar ejemplo.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señalar una incoherencia no es falacia. Lo sería decir: «entonces yo tampoco respeto el turno».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El ataque a la persona responde a quien habla, no a lo que dice.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«Tú también» rechaza un consejo porque quien lo da tampoco lo cumple.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Hablar de la persona vale solo si afecta a su fiabilidad: intereses, mentiras o saber del tema.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La falacia ad hominem y el «tú también», con ejemplos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Ver más ataques a la persona en discusiones, debates y redes.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