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14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Reconstruir argumentos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Reconstruir un argumento es escribirlo ordenado, quitar lo que sobra y descubrir las premisas ocultas que no se dicen.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argumento es una ______ apoyada en una o más ______.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«Por tanto», «así que» y «por eso» suelen ir antes de una ______.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______ es copiar lo que hacen los demás cuando no sabemos qué hacer.  (sesión 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argumento es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apoyada en una o más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«Por tanto», «así que» y «por eso» suelen ir antes de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social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copiar lo que hacen los demás cuando no sabemos qué hacer.  (sesión 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«Un chico no puede ser el portero: lleva gafas.»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está pensando, sin decirlo, quien dice esto?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Ordenar un argumento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Reconstruir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Reconstruir un argumento es escribirlo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ordenado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premisas arriba, conclusión 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P1, P2…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las premisas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raya las separa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conclusión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pasos para reconstruir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Busca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¿qué quiere que acepte?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Busca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¿qué da para apoyarlo?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Quita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sobra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adornos, repeticiones, insultos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Pregunta 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¿hay una premisa oculta?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Premisa oculta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premisa oculta es una razón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se dice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pero que hace falta para llegar a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premisa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implícita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«¿qué tendría que ser verdad para que esto funcione?»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es la parte más dudosa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Quitar lo que sobra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«Tío, en serio, trae mañana la autorización firmada, que sin ella no te dejan subir al autobús de la excursión, ya lo sabes.»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 que acepte? Que traiga mañana la autorización: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 para apoyarlo? Sin autorización no dejan subir al autobús: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P1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Sobran «tío», «en serio» y «ya lo sabes»: son adornos, no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P1: sin autorización no subes al autobús. C: trae mañana la autorización.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portero con gafas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no puede ser el portero: lleva gafas.»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el chico no puede ser el portero. P1: el chico lleva gafas.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falta para llegar a la C? Algo así: «quien lleva gafas no puede ser portero».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premisa oculta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Escrita, se ve que es falsa: se puede jugar con gafas deportivas o lentillas.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argumento falla por la premisa que no se decía.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premisa oculta que sí es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«Hoy no hay entrenamiento: el campo está inundado.»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hoy no hay entrenamiento. P1: el campo está inundado.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Premisa oculta: «en un campo inundado no se puede entrenar».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Sí, es razonable. Aquí la premisa oculta no da problemas.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buscar la premisa oculta no sirve para atacar. Sirve para ver si el argumento se sostiene.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Reconstruir con justicia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RECONSTRUIR CON JUSTICIA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 reconstruir el argumento de otro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lo que dijo la otra persona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Añadir premisas que nadie pensaba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insultos como si fueran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Respetar lo que dijo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Añadir solo lo que hace falta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Quitar lo que no es una razón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RECONSTRUIR CON JUSTICIA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¿Qué premisa oculta elijo?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no puede llevar la moto de su tío: tiene 13 años.»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premisa oculta es «los de 13 años conducen mal»? Entonces el argumento falla,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premisa sería dudosa: no todos los de 13 años conducirían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otra también lleva a la C, y es verdad: «la ley no deja llevar moto a los 13».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reconstruir, elijo la premisa más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razonable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la que pensaría quien habla.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 eliges la premisa más débil, atacas un argumento que nadie ha hecho.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Reconstruir es escribir el argumento ordenado: premisas arriba, conclusión abajo.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premisa oculta no se dice, pero hace falta para llegar a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Escribir la premisa oculta ayuda a ver si el argumento se sostiene.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Premisas implícitas u ocultas en un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razones que no se dicen pero que sostienen un argumento.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