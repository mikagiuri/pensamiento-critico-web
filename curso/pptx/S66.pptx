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66 · UNIDAD 12 · GRUPO Y COHESIÓN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Nosotros y ellos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grupo puede hacernos tratar peor a los de fuera y decidir mal si nadie se atreve a decir «no».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es la fuerza que mantiene unido a un grupo.  (sesión 65)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campamento de los dos equipos, ______ por premios unió a cada grupo por dentro, pero los enfrentó.  (sesión 65)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Dialogar es hablar con otros para ______ juntos y entender mejor un problema.  (sesión 61)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cohesión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la fuerza que mantiene unido a un grupo.  (sesión 65)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campamento de los dos equipos,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competir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por premios unió a cada grupo por dentro, pero los enfrentó.  (sesión 65)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Dialogar es hablar con otros para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pensar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juntos y entender mejor un problema.  (sesión 61)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un campamento sortean a los chicos en dos equipos: verdes y naranjas. Una hora después, los verdes ya dicen: «Los naranjas son peores».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¿Cómo puede pasar tan rápido, si los equipos se hicieron a suertes?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Nosotros y ellos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NOSOTROS Y ELLOS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Favoritismo hacia el propio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tratar mejor a los de nuestro grupo que a los de fuera, solo por ser de nuestro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Nuestro grupo: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nosotros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. El de fuera: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ellos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Aparece muy rápido, incluso con grupos hechos al azar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acabar en estereotipos: ideas fijas sobre «ellos» (sesión 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NOSOTROS Y ELLOS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Un experimento real · Tajfel (hacia 1970)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psicólogo Henri Tajfel dividió en dos grupos a chicos de 14 y 15 años de un colegio de Bristol (Inglaterra). Les dijo que era según el pintor que preferían.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realidad, los grupos se hicieron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al azar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Nadie sabía quién más estaba en su grupo.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Cada chico repartía entre otros chicos puntos que valían dinero. Nunca para sí mismo.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mayoría daba más a los suyos. Muchos preferían que su grupo ganara menos, con tal de sacar ventaja al otro.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basta un motivo sin importancia para que aparezcan el «nosotros» y el «ellos».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Cuando un grupo decide mal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CUANDO UN GRUPO DECIDE 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Pensamiento de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cuando un grupo muy unido decide mal porque nadie se atreve a llevar la contraria.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estudió el psicólogo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Irving Janis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(1972)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Todos creen que los demás están de acuerdo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Recuerda la sesión 10: la conformidad de Asch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CUANDO UN GRUPO DECIDE 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El plan de la cuadrilla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propone subir a Artxanda en bici. Anuncian tormenta. Dos del grupo lo ven en el móvil, pero callan: el grupo está muy animado y no quieren cortar el rollo.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¿Había dudas en el grupo? Sí: dos del grupo sabían lo de la tormenta.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no hablaron? Para no romper el buen rollo. Y su silencio parece un «sí».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habría ayudado? Que cada uno escribiera antes, a solas, lo que piensa.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pensamiento de grupo. Estar muy unidos no sirve si nadie se atreve a decir «no».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Herramientas para decidir mejor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HERRAMIENTAS PARA DECIDIR MEJOR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herramientas que usan algunos grupos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Grupo nominal: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cada uno escribe sus ideas en silencio; luego se puntúan todas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Así cuentan también las ideas de quien habla menos, y no mandan siempre los mismos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Dos columnas: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cada propuesta, sus ventajas y las consecuencias que no queremos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juzga la propuesta, no a quien la hizo (sesión 20: ad hominem)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HERRAMIENTAS PARA DECIDIR MEJOR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del Athletic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es del Athletic. Cuando gana, lo celebra con sus amigos; cuando pierde, se pone triste. Siente un «nosotros» muy fuerte.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el favoritismo del experimento de Tajfel? ¿Está mal?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parece: siente que el Athletic es «su» equipo.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trata peor a nadie ni desprecia a los de otros equipos.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Sentirse parte de un grupo es normal y bueno: da apoyo y alegría.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eso no es el problema. Lo malo empieza cuando el «nosotros» sirve para tratar peor a «ellos» o juzgarlos sin conocerlos.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Basta un motivo sin importancia para que tratemos mejor a «nosotros» que a «ellos».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Pensamiento de grupo: un grupo muy unido decide mal porque nadie se atreve a decir «no».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Que cada uno piense y escriba primero, en silencio, ayuda al grupo a decidir mejor.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experimento del grupo mínimo de Henri Tajfel (o el pensamiento de grupo de Irving Janis)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otra voz lo rápido que aparecen el «nosotros» y el «ellos», y por qué un grupo muy unido puede decidir mal.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