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53 · UNIDAD 9 · PERSUASIÓN Y MANIPULACIÓN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Algoritmos y burbujas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 algoritmo elige lo que ves según lo que te engancha; junto con lo que tú eliges, puede encerrarte en una burbuja.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el premio llega a veces y no sabes cuándo, es una recompensa ______.  (sesión 52)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diseño que engancha busca que pases el mayor ______ posible en la app.  (sesión 52)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Que un dilema sea difícil no quiere decir que todo ______.  (sesión 41)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el premio llega a veces y no sabes cuándo, es una recompensa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variable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52)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diseño que engancha busca que pases el mayor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tiempo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posible en la app.  (sesión 52)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Que un dilema sea difícil no quiere decir que todo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valga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41)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chico y su hermana buscan «Athletic» en YouTube a la vez. A él le salen goles. A ella, entrevistas y fútbol femenino. Mismas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¿Por qué ven cosas distintas? ¿Quién lo ha decidido?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Quién decide lo que 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QUIÉN DECIDE LO QUE 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Algoritmo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una lista de instrucciones que sigue un ordenador. En redes, decide qué te enseña y en qué orden.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Mira qué ves, cuánto tiempo y qué te gusta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Te enseña más de lo que te engancha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busca la verdad: busca, sobre todo, que sigas mirando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QUIÉN DECIDE LO QUE 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Burbuja de filtros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la idea de que el algoritmo te enseña, sobre todo, lo que ya te gusta o ya piensas.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Idea que hizo famosa el activista Eli Pariser en 2011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Desde dentro no se ve: parece que el mundo es así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junta con el sesgo de confirmación (sesión 45)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Ojo: muchos estudios la ven menos cerrada de lo que se temía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QUIÉN DECIDE LO QUE 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Mi pantalla y el mundo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Lo que creo desde la burbuja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«Todo el mundo piensa como yo»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«Solo hay una forma de verlo»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«Lo que no me sale no existe»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Lo que pasa de verdad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Hay mucha gente que piensa distinto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Cada persona ve una pantalla diferente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Hay mucho que el algoritmo no me enseña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Un chico y su hermana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Los dos buscan «Athletic» en YouTube. A él le salen goles. A su hermana, entrevistas y fútbol femenino.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algoritmo recuerda lo que cada uno ha visto antes.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 él le enseña goles porque es lo que más mira.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Ninguno de los dos ve «el» YouTube: cada uno ve el suyo.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lo que ves no es todo lo que hay. Es una selección hecha para ti.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Los vídeos de enfado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ve dos vídeos de gente discutiendo. Al día siguiente, le salen muchos más vídeos de discusiones.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algoritmo nota que esos vídeos la tuvieron mirando.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Le enseña más de lo mismo: el enfado suele enganchar.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Esa chica puede acabar creyendo que todo el mundo está enfadado.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algoritmo busca que siga mirando. Lo que ve esa chica es una selección, no el mundo.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¿La culpa es del algoritmo?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«Estoy en una burbuja por culpa de TikTok». Pero solo sigue cuentas que piensan como él y bloquea a las demás.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¿Su burbuja es cosa del algoritmo?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algoritmo influye: le enseña más de lo que ya mira.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gran parte la ha hecho él: a quién sigue y a quién bloquea.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Muchos estudios dicen que nuestras propias elecciones pesan mucho, a veces más que el algoritmo.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burbuja no la hace solo la máquina. Salir de ella también depende de mí.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Salir de la burbuja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SALIR DE LA BURBUJA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 que hacen algunas personas para decidir ellas (elige si te sirve alguno)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Buscar yo lo que quiero ver, no solo mirar lo que me sale.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Seguir fuentes que piensen distinto.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Pulsar «no me interesa» en lo que no quiero ver.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Recordar: mi pantalla no es el mundo.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algoritmo decide qué te enseña la red y en qué orden.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Te enseña sobre todo lo que te engancha, no necesariamente lo que es verdad.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burbuja la hacen el algoritmo y tus elecciones: tu pantalla no es el mundo.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Burbujas de filtros y algoritmos de recomendación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Oír la idea de la burbuja contada por quien le puso nombre, o explicada con ejemplos.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