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una falacia» · «falacias lógicas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13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falacia?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falacia es un argumento que parece bueno pero no lo es: sus razones no sostienen la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______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______ todo ni llevar siempre la contraria.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oculta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criticar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 ni llevar siempre la contraria.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del batido después de leer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falacia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llamar falacia a 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truco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engañar…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 o un error que cometemos sin darnos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más frecuentes tienen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¿Dónde falla una falacia? (sesión 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Dato falso: argumento malo, pero no suele llamarse falacia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otra cosa: aquí fallan muchas falacias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Poco para una conclusión tan grande: otra falacia típica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con la que no estoy de acuerdo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falsa,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Cualquier argumento que no me convence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falacia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argumento con un fallo escondido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Unas razones que no llevan a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truco que se puede nombrar y desmontar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batido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batido es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razones me dan? Lo toma un futbolista y lo compra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¿Bastan? No: un futbolista no tiene por qué saber de nutrición, y venderse mucho no lo hace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parece un argumento, pero es una falacia. Sigo sin saber nada del batido.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argumento que sí es bueno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«Hoy me llevo el paraguas porque la app del tiempo da un 90 % de lluvia y el cielo está negro.»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Se puede comprobar en la app y mirando al cielo.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las dos razones hablan de si va a llover.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llevar un paraguas,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una falacia. No todos los argumentos son trucos.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ideas para no liarse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falacia puede tener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 verdadera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falla el camino, no el final.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frase falsa no es una falacia: es solo un error.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esta unidad: falacias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atacan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Conclusión verdadera, ¿argumento bueno?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es malo para la salud. Lo sé porque lo dice mi youtuber de videojuegos favorito».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dice es verdad. ¿Entonces su argumento es bueno?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es verdad: la medicina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su razón es otra: un youtuber de videojuegos, que no tiene por qué saber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 esa razón? No: la conclusión es verdad, pero no gracias a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conclusión verdadera no hace bueno el argumento. Mira el camino, no solo el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es un argumento que parece bueno, pero no lo 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Casi siempre falla así: la razón no viene a cuento o no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puede tener una conclusión verdadera: lo que falla es el camino.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falacia, explicado con ejemplos sencillos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definición con otras palabras y ver ejemplos de la vida diaria.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