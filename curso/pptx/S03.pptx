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 · UNIDAD 1 · PENSAR CRÍTICAMENTE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¿Por qué creemos lo que creemos?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Muchas creencias no vienen de razones, sino de la costumbre, el grupo, la autoridad o la emoción, como en el cuento del rey que cojeaba.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opinión dice qué es bueno o qué ______ hacer.  (sesión 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una opinión, me pregunto qué ______ quien la dice.  (sesión 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crédulo se lo cree ______. El desconfiado no se cree ______.  (sesión 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Una opinión dice qué es bueno o qué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deberíamos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hacer.  (sesión 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una opinión, me pregunto qué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gana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quien la dice.  (sesión 2)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crédulo se lo cree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todo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El desconfiado no se cree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nada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1)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Todos en la clase de una chica llevan las mismas zapatillas. Sin darse cuenta, ella empieza a pensar que son las mejores.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¿Lo piensa por una razón… o por otra cosa?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Cuatro caminos para creer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CAMINOS PARA CREER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¿De dónde vienen nuestras creencias?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Muchas cosas las creemos sin mirar sus razones. Hay cuatro caminos: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Costumbre: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«siempre se ha hecho así»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Grupo: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«lo cree toda mi cuadrilla»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Autoridad: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«lo ha dicho alguien importante»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Emoción: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«me gusta creerlo» o «me da miedo»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CAMINOS PARA CREER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Los cuatro caminos, con ejemplos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Camino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Ejemplo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Pregunta para revisarla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Costumbre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«Se hace así porque siempre se ha hecho así»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¿Hay alguna razón, o solo es costumbre?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Grupo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«Esa serie es malísima: lo dicen todos mis amigos»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¿La he visto yo?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Autoridad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«Lo dice un youtuber con millones de seguidores»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¿Sabe de ese tema?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Emoción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«No ha sido falta: es mi equipo»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¿Diría lo mismo si fuera el otro equipo?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CUATRO CAMINOS PARA CREER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¿Son siempre malos estos caminos?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Error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«Si lo cree el grupo, es falso»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«Nunca hay que hacer caso a nadie»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«Las emociones no sirven para nada»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Mejor así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Casi todo lo sabemos porque nos lo cuentan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Confiar en quien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sabe del tema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es razonable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Las emociones informan: el miedo avisa de peligros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El problema es no revisarlas nunca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El rey que cojeaba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EL REY QUE COJEABA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cuento (1) · Todo el palacio cojea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Había una vez un rey que era cojo. Sus cortesanos, para caerle bien, empezaron a cojear. Pronto cojeaba todo el palacio: ministros, guardias, cocineros… Nadie caminaba recto.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 cojeaban? No les dolía nada.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Al principio, para agradar a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autoridad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el rey.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Después, porque lo hacían todos: el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grupo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Y al final ya era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costumbre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nadie tenía una buena razón para cojear.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EL REY QUE COJEABA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El cuento (2) · El caballero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Llega un caballero de fuera que camina recto. Todos se ríen. El rey se enfada. El caballero dice: «Majestad, cojeo de los dos pies a la vez».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¿Por qué se ríen? Porque es distinto al grupo, no porque haga algo mal.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Aquí actúa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emoción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: la burla y el miedo a quedar mal.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Su respuesta es ingeniosa: se burla de la costumbre y a la vez se libra del castigo.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único que camina bien parece el raro. Lo normal no siempre es lo razonable.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EL REY QUE COJEABA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de hoy · Una crema para granos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cree que una crema para granos funciona. La usa toda su cuadrilla, la anuncia su influencer favorita y a ella le hace mucha ilusión.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«La usa toda su cuadrilla»: camino del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grupo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«La anuncia su influencer»: camino de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autoridad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 Pero ¿sabe de piel?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«Le hace mucha ilusión»: camino de la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emoción</a:t>
            </a:r>
            <a:r>
              <a:rPr sz="2400" b="0">
                <a:solidFill>
                  <a:srgbClr val="1F2A44"/>
                </a:solidFill>
                <a:latin typeface="Nunito Sans"/>
              </a:rPr>
              <a:t>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nada de eso dice si la crema funciona. Mejor preguntar a quien sabe: un médico o una farmacéutica.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EL REY QUE COJEABA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¿Autoridad = mala razón?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cree que la Tierra gira alrededor del Sol. Nunca lo ha comprobado: se lo explicó su profesora.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Lo cree por autoridad… ¿entonces es una mala razón?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Sí, es el camino de la autoridad.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la profesora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sabe del tema</a:t>
            </a:r>
            <a:r>
              <a:rPr sz="2400" b="0">
                <a:solidFill>
                  <a:srgbClr val="1F2A44"/>
                </a:solidFill>
                <a:latin typeface="Nunito Sans"/>
              </a:rPr>
              <a:t>, y la ciencia lo ha comprobado muchísimas veces.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 es como el influencer de la crema: él no sabe de piel.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problema no es fiarse de alguien, sino fiarse de quien no sabe.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Muchas creencias vienen de la costumbre, el grupo, la autoridad o la emoción.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Esos caminos pueden acertar o fallar: fiarse de quien sabe del tema es razonable.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Lo importante es poder revisarlas, no creer como el palacio que cojeaba.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La presión de grupo explicada para adolescentes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cómo el grupo nos empuja a pensar y hacer cosas sin razones. Evitar el experimento de Asch: se verá en la sesión 10.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