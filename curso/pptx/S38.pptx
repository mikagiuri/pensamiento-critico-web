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38 · UNIDAD 7 · EMOCIONES, CONFLICTOS Y DILEMAS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¿Para qué sirven las emociones?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Las emociones no son buenas ni malas: informan de lo que nos importa. Pero pueden equivocarse, y decidir en caliente suele salir 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una mentira inventada que se hace pasar por noticia.  (sesión 37)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un vídeo, audio o imagen falso hecho con inteligencia artificial.  (sesión 37)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Palabras que suelen usar los titulares clickbait: «increíble», «brutal», «______».  (sesión 33)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bulo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una mentira inventada que se hace pasar por noticia.  (sesión 37)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deepfake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 vídeo, audio o imagen falso hecho con inteligencia artificial.  (sesión 37)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Palabras que suelen usar los titulares clickbait: «increíble», «brutal», «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impactante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».  (sesión 33)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ve que una amiga ha leído su mensaje hace una hora y no contesta. Se enfada. Escribe «Pues vale, pasa de mí» y lo envía.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ha sentido esa chica? ¿Tenía razones para sentirlo?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Emoción, sentimiento e idea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EMOCIÓN, SENTIMIENTO 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Emoción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una reacción rápida del cuerpo y de la mente ante algo que nos importa.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Aparece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la elegimos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Dura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poco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segundos o minutos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nota en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cuerpo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corazón, cara, estómago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EMOCIÓN, SENTIMIENTO 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cosas que solemos mezclar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Ejemplo: la nota de Mates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Emoción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Reacción rápida que dura poco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me encoge el estómago al ver un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Sentimiento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Emoción que dura y en la que pienso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Llevo toda la semana preocupada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Idea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 que pienso de lo que pasa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«Voy a suspender el curso entero»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EMOCIÓN, SENTIMIENTO 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Cada emoción es un aviso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Emoción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Me avisa de que…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Me empuja 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Miedo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puede haber un peligro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tener cuidado o protegerme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Enfado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algo me parece injusto o me bloquea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defenderme y poner límites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Tristeza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he perdido algo que me importa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parar y buscar apoyo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Alegría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algo me va bien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repetirlo y acercarme a otros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EMOCIÓN, SENTIMIENTO 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emociones informan, no mandan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Buenas o malas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Órdenes que hay que obedecer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Siempre verdad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Agradables o desagradables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Señales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informan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lo que me importa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pista que hay que comprobar: «¿cómo lo sé?»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mensaje sin contestar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piensa: «Mi amiga pasa de mí» y se enfada. Una hora después, la amiga escribe: «Perdona, me quedé sin batería en el metro».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pasó? La amiga leyó el mensaje y no contestó.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idea tuvo la chica? «Pasa de mí». De esa idea salió el enfado.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sabía? No lo sabía: había otras explicaciones posibles.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muchas veces sentimos lo que sentimos por la idea que nos hacemos. Y la idea puede ser falsa.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Decidir en caliente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Aste Nagusia, a un chico se le cae el bocadillo porque otro le empuja sin querer. El primero, furioso, le suelta un insulto delante de todos.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¿Era razonable enfadarse? Sí: ha perdido la cena. El enfado informa de algo real.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¿Era buena la decisión? No: decidió en caliente, sin mirar si fue sin querer.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caliente pensamos peor: decidimos rápido y sin razones (sesión 22).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emoción puede ser razonable y la decisión, mala. Primero calmarse y esperar, luego decidir.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«Las emociones no son malas»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empuja a otro en el patio. Luego explica: «Estaba enfadado. Y en clase dijimos que las emociones no son malas».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las emociones no son malas, ¿ese chico no ha hecho nada malo?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ese chico tiene razón: hemos dicho que enfadarse no es malo.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se ha limitado a sentir: ha empujado. Eso es una conducta.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emociones no se eligen; lo que hacemos con ellas,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enfado no es malo, pero empujar sí puede serlo. Sentir y hacer son cosas distintas.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Antes de decidir en caliente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ANTES DE DECIDIR EN CALIENTE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pasos cuando la emoción es fuerte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Como vimos en la sesión 22, quien asusta quiere que decidas rápido.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Nombrar: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«Estoy enfadado».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Esperar: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no enviar, no contestar, no decidir todavía.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Preguntar: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¿qué idea me hago? ¿Cómo lo sé? ¿Hay otra explicación?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emoción es una reacción rápida ante algo que nos importa; un sentimiento dura más.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emociones no son buenas ni malas: informan, pero pueden equivocarse.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emoción no se elige; lo que hacemos con ella, sí. En caliente, mejor esperar.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Para qué sirven las emociones básicas (miedo, enfado, tristeza, alegría)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con otros ejemplos que cada emoción es un aviso útil, no un fallo.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