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68 · UNIDAD 13 · MI HUELLA EN EL PLANETA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Comparar huellas: total, por persona y quién paga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Para comparar huellas hay que mirar el total y lo que toca por persona, qué pesa más y quién sufre las consecuencias.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Después del Día de la Sobrecapacidad, la humanidad vive a ______.  (sesión 67)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______ es lo que la naturaleza puede regenerar en un año.  (sesión 67)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No estar de acuerdo con alguien es ______: no es una pelea.  (sesión 63)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Después del Día de la Sobrecapacidad, la humanidad vive 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crédito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biocapacidad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lo que la naturaleza puede regenerar en un año.  (sesión 67)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No estar de acuerdo con alguien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normal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no es una pelea.  (sesión 63)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comentario en redes: «India contamina mucho más que España. El problema son ellos».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 verdad? ¿Qué dato te falta para comparar bien?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pesa y cómo se compara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PESA Y CÓMO SE COMPARA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Huella de carbono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CO₂ y otros gases que calientan el planeta, emitidos por una persona, un producto o un país.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Sale sobre todo de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energía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luz, calefacción, transporte, fábricas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la parte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más grande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la huella de los países ricos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mide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toneladas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CO₂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PESA Y CÓMO SE COMPARA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¿Qué pesa más en la huella de un país rico?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A grandes rasgos, de más a menos: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Energía y transporte: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calefacción, luz, coche, avión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Comida: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sobre todo la carne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Ropa y compras: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moda rápida tiene una huella enorme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PESA Y CÓMO SE COMPARA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formas de comparar países (como en la sesión 87)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cifra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hay que saber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¿Cuánto emite el país?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Cifra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total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(absoluta)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país con mucha gente suma mucho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¿Cuánto emite cada persona?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Cifra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por persona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(relativa)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total dividido entre los habitantes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¿Cuánto ha emitido en toda su historia?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Cifra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acumulada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Quien tiene fábricas desde hace más tiempo suma más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PESA Y CÓMO SE COMPARA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Justicia ambiental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repartir con justicia los beneficios y los daños del medio ambiente entre personas y países.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Sequías e inundaciones golpean más a quien tiene menos medios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Muchas de esas personas apenas han contaminado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 crítica: ¿quién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gana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quién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paga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India y España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comentario del principio: «India contamina mucho más que España. El problema son ellos».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total, es verdad: India emite muchas más toneladas de CO₂ que España.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India tiene más de 1.400 millones de habitantes. España, unos 49 millones.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Por persona, en India se emite bastante menos que en España.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cifra total sola no basta. Para repartir responsabilidades miro también por persona y la historia.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Hamburguesas y lentejas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come tres hamburguesas de vaca a la semana. Una chica, tres platos de lentejas. ¿Qué comida tiene más huella?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Miro los estudios: por kilo, la carne de vaca emite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decenas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de veces más gases que las legumbres.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qué? La vaca necesita mucho pasto y pienso, y echa metano, un gas que calienta.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hace falta una cuenta exacta: la diferencia es muy grande.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en la huella de la comida pesa mucho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qué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comemos. Es un dato, no un juicio sobre ese chico.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¿Quién paga?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Bangladés, muchas familias pierden sus casas por inundaciones. Su país emite muy poco CO₂ por persona.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sufre el daño? Gente que apenas ha contaminado.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ha emitido más? Sobre todo los países ricos, durante mucho tiempo.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Ojo: no toda inundación es culpa del clima que cambia. El calentamiento hace algunas más frecuentes o más fuertes.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cuando unos ganan y otros pagan los daños, hablamos de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injusticia ambiental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Lo de aquí siempre es mejor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invierno, un chico elige tomates de un invernadero con calefacción cerca de casa, no de Almería. «Lo local siempre contamina menos», dice.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 elegido lo que menos contamina?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los de Almería viajan cientos de kilómetros en camión.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calentar un invernadero en invierno gasta mucha energía, y eso sí pesa.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muchos alimentos, el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transporte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en camión o barco pesa poco en la huella. En avión, sí pesa mucho.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«local» a menudo ayuda, pero no siempre. Hay que mirar también cómo se produjo.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comparar huellas, mira el total, lo que toca por persona y lo acumulado.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los países ricos pesan sobre todo la energía, el transporte y la carne.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Justicia ambiental: preguntar quién gana y quién paga los daños.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huella de carbono de los alimentos y de los países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datos reales que comparan alimentos y países, y practicar a leerlos con cuidado.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