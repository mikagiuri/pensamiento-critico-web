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86 · UNIDAD 19 · MODAS, OCIO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¿Y después de la ESO?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Tras 4.º de ESO hay varios caminos que se cruzan; lo que cuenta es elegir con buenas razones, conociendo derechos y deberes.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apuestas son un ejemplo de adicción sin ______.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los menores, la cantidad de alcohol que recomienda Sanidad es ______.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Elementos de una cultura: costumbres, creencias, ______, arte, objetos y formas de relacionarse.  (sesión 81)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apuestas son un ejemplo de adicción sin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sustancia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los menores, la cantidad de alcohol que recomienda Sanidad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cero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Elementos de una cultura: costumbres, creencias,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lengua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arte, objetos y formas de relacionarse.  (sesión 81)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Alguien le dice a una chica: «Si no vas a la universidad, serás una fracasada».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caminos ves en esa frase? ¿Cuántos crees que hay de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Después de 4.º de 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DESPUÉS DE 4.º DE 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Título de Graduado en 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título que se obtiene al terminar la ESO. Abre el Bachillerato y la FP de grado medio.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decide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equipo de profesores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 final de la ESO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FP: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Formación Profesional, estudios para aprender una profesión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Sin el título: FP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grado básico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que también lo 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enseñanza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obligatoria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hasta los 16 años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DESPUÉS DE 4.º DE 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Caminos después de 4.º de ESO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Camino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Y después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Bachillerato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Dos cursos de estudios generales, por modalidades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Universidad o FP de grado 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FP de grado medio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Dos cursos para aprender una profesión, con prácticas en empresas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Trabajar, FP de grado superior o Bachillerato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FP de grado básico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Sin título de ESO: aprendes una profesión y te da el título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FP de grado medio o trabajar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FP de grado superior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Tras Bachillerato o grado medio: dos cursos más especializados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Trabajar o universidad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DESPUÉS DE 4.º DE 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derechos y deberes en el instituto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Quién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Algunos derechos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Algunos deberes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Alumnado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Formación, respeto, evaluación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objetiva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, orientación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Estudiar, asistir, respetar a todos y las normas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Familias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Estar informadas y participar en el centro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Colaborar con el centro y cuidar la asistencia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Profesorado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Respeto y apoyo para enseñar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Enseñar, evaluar con objetividad y orientar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Elegir con razones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no sabe qué hacer tras 4.º. Le gusta arreglar cosas y se le dan bien las mates. Su cuadrilla va a Bachillerato.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Primero, razones suyas: qué le gusta, qué se le da bien, a qué quiere dedicarse.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información: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orientador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del centro, jornadas de puertas abiertas, gente que lo estudia.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¿Bachillerato de Ciencias o una FP de mantenimiento? Las dos pueden encajar con sus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 elige con razones propias e información. La cuadrilla importa, pero no decide por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nota del examen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cree que su examen está mal corregido: una respuesta correcta tiene un cero. Quiere protestar en clase a gritos.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derecho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 una evaluación objetiva y a pedir que se revise.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También tiene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deberes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respetar al profesorado y a la clase.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Camino: pedir ver el examen y preguntar. Si sigue sin estar de acuerdo, puede hacer una reclamación.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derechos y deberes van juntos. Defender un derecho no exige saltarse un deber.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 la cuadrilla, ¿mal?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irá a Bachillerato de Humanidades. Le encanta la historia y quiere ser periodista. Además, van tres amigas suyas.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Elige lo mismo que su grupo. ¿Se está dejando llevar?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hemos visto que seguir al grupo sin pensar es un error.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chica tiene razones propias: le gusta la historia y sabe a qué quiere dedicarse.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Ir con amigas es una razón más, no la única. Eso no es dejarse llevar.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coincidir con el grupo no es el error. El error es que el grupo sea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única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razón.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típico: la escalera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TÍPICO: LA ESCALERA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¿Escalera o mapa?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Falso dilema (sesión 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«O universidad o fracaso»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 FP es para los que no valen»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eliges mal, ya no hay vuelta atrás»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varios caminos,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 cruzan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FP forma profesionales; desde grado superior se llega a la universidad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puede cambiar: de FP a Bachillerato y al revés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camino vale según tus razones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 el título de la ESO puedes ir a Bachillerato o a FP de grado medio.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caminos se cruzan: la FP no es un camino peor, es otro camino.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Elige con razones propias e información; el alumnado tiene derechos y también deberes.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opciones hay después de la ESO: Bachillerato y Formación Profesional en Euskadi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mapa de caminos y comprobar que no es una escalera: los caminos se cruzan.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