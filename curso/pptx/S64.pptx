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«qué es un grupo social» · «grupo social características explicación»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64 · UNIDAD 12 · GRUPO Y COHESIÓN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¿Grupo o montón?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Un montón es gente que está junta sin más; un grupo se relaciona, tiene un objetivo común, normas, roles y un «nosotros».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«tienes razón» no es perder: es ______.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buen diálogo cuenta el mejor argumento, no la voz más ______.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esta semana» es la técnica publicitaria de la ______.  (sesión 59)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Reconocer «tienes razón» no es perder: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aprender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 un buen diálogo cuenta el mejor argumento, no la voz más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alta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«Solo esta semana» es la técnica publicitaria de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urgencia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59)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Treinta personas esperan el metro en Abando. En un campo de Bilbao, un equipo de fútbol entrena.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¿Cuál de los dos es un grupo? ¿Qué los hace distintos?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Grupo y montón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GRUPO Y MONTÓN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Montón y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montón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gente que está en el mismo sitio.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gente que se relaciona y siente un «nosotros».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gente del andén del metro es un montón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equipo de fútbol es un grupo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Entre los dos hay grados: no es todo o 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GRUPO Y MONTÓN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rasgos de un 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Se relacionan: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conocen y hablan entre ellos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Objetivo común: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quieren conseguir algo juntos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tienen reglas, escritas o 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cada uno tiene su papel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Nosotros: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se sienten parte del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GRUPO Y MONTÓN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Normas y roles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norma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una regla del grupo. Un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rol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el papel que cumple cada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 escrita: el reglamento del equipo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Norma no escrita: avisar si no vas a venir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Roles: la capitana, el portero, la que organiza los planes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parada del autobús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Veinte personas esperan el Bizkaibus en la parada. Llevan diez minutos juntas.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relacionan? No: casi ni se miran.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¿Tienen un objetivo común? No: cada uno va a su sitio, aunque cojan el mismo autobús.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¿Normas, roles, «nosotros»? Respetan la cola, pero no hay roles ni «nosotros».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montón. Cuando llega el autobús, cada uno sigue a lo suyo.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La cuadrilla de Naiara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Naiara y cinco amigas quedan cada sábado. Yasmin organiza los planes. Tienen una regla: lo que se cuenta en la cuadrilla no sale de ahí.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¿Se relacionan? Sí: se conocen y quedan cada semana.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¿Objetivo común? Sí: pasarlo bien juntas.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¿Normas y roles? Sí: una norma no escrita, y Yasmin tiene el rol de organizar.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grupo. Además, dicen «las de la cuadrilla»: sienten un «nosotros».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 grupo de WhatsApp enorme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grupo de WhatsApp tiene 150 personas que fueron al mismo concierto. No se conocen y casi nadie escribe.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Se llama «grupo», pero ¿se relacionan? Casi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¿Objetivo común? Quizá pasarse fotos del concierto, y poco más.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¿Normas, roles, «nosotros»? Casi no hay. Nadie se siente parte de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está más cerca de un montón. El nombre «grupo» no hace un grupo.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El clan que nunca se ha visto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Omar, Chen y cuatro más juegan juntos online cada tarde desde hace dos años. Nunca se han visto en persona.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nunca han estado en el mismo sitio, ¿son un montón?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nunca han estado juntos en un sitio.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se relacionan cada día, quieren ganar juntos, tienen normas y roles: Chen es el que cura.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dicen «nuestro clan»: sienten un «nosotros».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son un grupo. Lo que hace un grupo no es el sitio, sino relacionarse y sentir un «nosotros».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montón es gente en el mismo sitio; un grupo se relaciona y siente un «nosotros».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grupo tiene también un objetivo común, normas y roles.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Estar en el mismo sitio no basta para ser un grupo, y tampoco hace falta.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Qué es un grupo social y en qué se diferencia de una simple reunión de 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oigan otra voz que explique los rasgos de un grupo: relación, objetivo común, normas y roles.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