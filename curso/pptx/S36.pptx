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Nadie tiene que contestar: solo pensarlo.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unos segundos para que piensen la respuesta fácil antes de enseñar los pasos.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2 minutos para que lo escriban. La diapositiva siguiente muestra el resumen.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36 · UNIDAD 6 · INFORMACIÓN Y FUENTES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Repaso y examen de la unidad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Repasamos qué hace fiable una fuente, el clickbait, los bulos, cómo verificar y cómo se manipulan imágenes y vídeos.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Una foto fuera de ______ es real, pero de otro sitio o de otra fecha.  (sesión 35)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Para descubrir un deepfake, mejor que mirar el vídeo es buscar la ______.  (sesión 35)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 fuente ______ es quien lo vio, lo midió o lo decidió.  (sesión 31)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Una foto fuera de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contexto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es real, pero de otro sitio o de otra fecha.  (sesión 35)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Para descubrir un deepfake, mejor que mirar el vídeo es buscar la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fuente</a:t>
            </a:r>
            <a:r>
              <a:rPr sz="2600" b="0">
                <a:solidFill>
                  <a:srgbClr val="1F2A44"/>
                </a:solidFill>
                <a:latin typeface="Nunito Sans"/>
              </a:rPr>
              <a:t>.  (sesión 35)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 fuente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original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es quien lo vio, lo midió o lo decidió.  (sesión 31)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Cada día te llegan decenas de mensajes, titulares, fotos y vídeos.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¿Cuál de las herramientas de esta unidad vas a usar más?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Repaso de la unidad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REPASO DE LA UNIDAD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Tres preguntas a una fuente (sesión 31)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56000"/>
                <a:gridCol w="5456000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Pregunta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Qué miro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¿Quién lo dice?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¿Tiene nombre? ¿Sabe del tema?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¿Cómo lo sabe?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¿Lo vio, lo midió o lo copió?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¿Qué gana?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¿Dinero, visitas, votos, fama?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REPASO DE LA UNIDAD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Titulares y clickbait (sesión 32)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1F2A44"/>
                </a:solidFill>
                <a:latin typeface="Nunito Sans"/>
              </a:rPr>
              <a:t>El clickbait exagera o esconde información para que hagas clic.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Esconde el dato: «No creerás lo que pasó»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Exagera: «increíble», «brutal»; mayúsculas y exclamaciones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Pero un titular llamativo no siempre es clickbait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Antes de compartir, lee la noticia entera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REPASO DE LA UNIDAD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Bulos (sesión 33)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1F2A44"/>
                </a:solidFill>
                <a:latin typeface="Nunito Sans"/>
              </a:rPr>
              <a:t>Un bulo es una mentira inventada que se hace pasar por noticia.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Ingredientes: urgencia, emoción fuerte, fuente vaga, sin fecha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Son señales para sospechar, no pruebas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Lo compartimos porque nos emociona y viene de alguien de confianza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Una foto verdadera con un contexto falso también es bulo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REPASO DE LA UNIDAD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Tres pasos para verificar (sesión 34)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30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56000"/>
                <a:gridCol w="5456000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Paso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Qué hago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Lectura lateral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Salgo de la página y busco qué dicen otros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Fecha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Miro cuándo se publicó, no cuándo me llegó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Origen de la imagen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Hago una búsqueda inversa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Si no encuentro nada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No está comprobado: espero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REPASO DE LA UNIDAD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Imágenes manipuladas (sesión 35)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30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56000"/>
                <a:gridCol w="5456000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Truco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Qué es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Recorte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Se corta la foto para esconder una parte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Montaje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Se juntan o cambian partes de imágenes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Fuera de contexto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Foto real, pero de otro sitio o fecha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Deepfake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Hecho con IA; mirar no basta, busco la fuente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Un caso que lo mezcla todo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UN CASO QUE LO MEZCLA TODO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· El mensaje del grupo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En el grupo de clase: «¡¡INCREÍBLE!! Un famoso youtuber pillado robando en una tienda de Bilbao» y una foto borrosa. Sin enlace ni fecha.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Titular clickbait: mayúsculas, «increíble», emoción fuerte.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Fuente: no hay. ¿Quién lo dice? ¿Cómo lo sabe? Sin fecha: ingredientes de bulo.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Verifico: búsqueda inversa de la foto y lectura lateral. ¿Lo cuentan medios serios?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no lo reenvío hasta comprobarlo. Puede hacer daño a una persona real.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2 · UN CASO QUE LO MEZCLA TODO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La cuenta sin nombre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Una cuenta sin nombre avisa en redes: «Accidente en la autopista, todo cortado». Una hora después, los medios serios lo confirman. (Ejemplo inventado.)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No tenía nombre ni fuente. ¿Era un bulo?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Sin nombre ni fuente, hice bien en no creérmelo del todo.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Pero una fuente anónima puede acertar: quizá alguien lo estaba viendo.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«Sin nombre» no quiere decir «falso»: quiere decir «sin comprobar».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las señales no dicen si algo es verdad; dicen cuánto tengo que comprobar antes de creerlo.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Ninguna fuente es infalible: mira quién lo dice, cómo lo sabe y qué gana.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El clickbait y los bulos usan la emoción para que hagas clic y compartas.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Para verificar: lectura lateral, fecha y origen de la imagen; si no encuentras nada, espera.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Sin apuntes. Junto a cada respuesta, marca «seguro» o «dudo».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