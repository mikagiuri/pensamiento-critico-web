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del hombre de paja» · «hombre de paja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15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El hombre de paja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hombre de paja deforma la idea del otro para atacar una versión más fácil de tumbar.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______».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______.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______, no lo sé.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suerte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lo sé.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eso Leire? ¿Contra qué idea está peleando Dylan?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el hombre de paja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Deformar la idea del otro, exagerándola o cambiándola, para atacar esa versión falsa en lugar de la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muñeco de paja se parece a una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se tumba de un golpe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eso exactamente lo que he dicho?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fabricar el muñeco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«menos azúcar» se convierte en «prohibir los dulces»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quitar la parte que hace razonable la idea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poner en su boca algo que no ha dicho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dijo y lo que atacan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dijo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muñeco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«Podríamos bajar la música en el patio»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«Quiere que el recreo sea una biblioteca»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«Estoy cansada, hoy no salgo»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«Ya no te importa la cuadrilla»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«Este juego tiene demasiados anuncios»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«Odias los videojuegos»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en la comida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Leire? Dejar el móvil en la mochila durante la comida.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 Dylan? «Prohibir los móviles» y «la Edad Media».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lo mismo? No: es una versión exagerada, mucho más fácil de rechazar.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paja. La idea real de Leire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comenta en un vídeo: «Tenía demasiados anuncios». Otro usuario responde: «O sea, que los creadores deberían trabajar gratis. Qué fácil».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Chen? Que había demasiados anuncios.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atacan? Que los creadores trabajen gratis.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¿Dijo eso Chen? No: menos anuncios no es cero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 por exageración.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Resumir bien no es 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deberes de los viernes deberían ser cortos». Omar: «Propones menos deberes el fin de semana. No estoy de acuerdo: el lunes hay examen».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¿Resume bien Omar? Sí: «cortos» es «menos deberes».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¿Responde a la idea real? Sí, y da una razón: el examen del lunes.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están de acuerdo, y eso está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hombre de paja. Discrepar de la idea real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Deformar o resumir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¿Muñeco de paja o resumen justo?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Hombre de paja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 o cambia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 algo que no se ha dicho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Busca ganar fácil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Resumen justo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Repite la idea como la dijo 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diría: «sí, eso digo»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Responde a la idea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¿Suena exagerado = 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«Los deberes no sirven para nada: hay que quitarlos todos». Maialen: «Aitor quiere quitar todos los deberes, y no estoy de acuerdo».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muy exagerado.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extremo, como los muñecos de paja que hemos visto.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¿lo dijo Aitor? Sí: «hay que quitarlos todos».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diría: «sí, eso digo».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resumen justo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una idea que ya era extrema.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compara con lo que dijo de verdad, no con lo exagerado que suena.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hombre de paja deforma la idea del otro para atacarla más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fabrica exagerando, recortando o inventando lo que el otro dijo.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desmontarlo, pregunta: ¿es eso exactamente lo que he dicho?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truco en discusiones y en dibujos animados.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