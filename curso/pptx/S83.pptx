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83 · UNIDAD 18 · GLOCAL: CULTURAS Y MIGRACIONES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Aporofobia, racismo y otras exclusiones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Un prejuicio es juzgar a alguien por su grupo antes de conocerle; así nacen la aporofobia, el racismo y otras formas de exclusión.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Decir que los migrantes son «todos buenísimos» también es una generalización ______.  (sesión 82)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Emigrar es salir del lugar donde vivías; ______ es llegar a vivir a un lugar nuevo.  (sesión 82)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Con el principio de caridad, respondo a la objeción más ______, no a una deformada.  (sesión 71)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Decir que los migrantes son «todos buenísimos» también es una generalización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apresurada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82)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Emigrar es salir del lugar donde vivías;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inmigrar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llegar a vivir a un lugar nuevo.  (sesión 82)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Con el principio de caridad, respondo a la objeción más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fuerte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no a una deformada.  (sesión 71)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Dos personas preguntan por una calle en Gran Vía. Una lleva traje y maletín. La otra, ropa vieja y una mochila enorme. Casi todos atienden solo a la primera.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ven los que pasan de largo?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Cómo funciona un prejuicio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CÓMO FUNCIONA UN PREJUICIO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Prejuicio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juzgar a una persona antes de conocerla, solo por el grupo al que pertenece.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Pre-juicio: un juicio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antes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 conocer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Suele ser negativo y cuesta mucho cambiarlo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 aprende: nadie nace con prejuicios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CÓMO FUNCIONA UN PREJUICIO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De la idea al acto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Paso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es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 inventado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Estereotipo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(sesión 46)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Una idea fija sobre un grupo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«Los de ese barrio son conflictivos»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Prejuicio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 juicio o rechazo antes de conocer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«Seguro que el nuevo es conflictivo»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Discriminación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Tratar peor a alguien por su grupo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No dejarle entrar en el equipo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CÓMO FUNCIONA UN PREJUICIO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Aporofobia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el rechazo a las personas pobres, solo por ser pobres.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Palabra creada por la filósofa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Adela Cortina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RAE la aceptó en el diccionario en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2017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Su idea: a menudo no molesta el de fuera, sino el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pobre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CÓMO FUNCIONA UN PREJUICIO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Otras exclusiones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Palabra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Rechazo o trato peor a…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Xenofobia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Las personas extranjeras, por ser de fuera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Racismo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Personas por su origen o su color de piel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Homofobia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Las personas homosexuales: gais y lesbianas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Transfobia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Las personas trans, por su identidad de género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Turistas y sin hogar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 el Casco Viejo, un camarero atiende con sonrisas a unos turistas extranjeros que gastan mucho. Cuando entra un hombre sin hogar, nacido en Bilbao, le dice que se vaya.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¿Rechaza a los de fuera? No: a los turistas extranjeros los trata muy bien.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Al hombre sin hogar lo echa, y es de aquí. ¿Qué le molesta de él? Su pobreza.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justo la idea de Adela Cortina: el rechazo va contra el pobre.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 aporofobia. A veces lo que parece xenofobia es, sobre todo, rechazo al pobre.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Por qué no se va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cree que los de un barrio inventado son conflictivos. Si uno hace algo mal, lo recuerda durante meses. Los cien que no hacen nada malo, ni los 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Ese chico se fija solo en lo que confirma su idea: sesgo de confirmación (sesión 45).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Además, ve a «los de ese barrio» como un bloque: nosotros y ellos (sesión 66).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Así, cada caso nuevo parece darle la razón, y el prejuicio crece.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prejuicio se mantiene porque solo mira los casos que le convienen.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«Solo era una broma»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 el vestuario, un chico suelta «Eso es de gais» cada vez que algo no le gusta. Cuando se lo dicen, contesta: «Solo es una broma. No tengo nada contra nadie».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Ese chico no quiere hacer daño. ¿Entonces no pasa nada?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no: no odia a nadie y lo dice riéndose.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usa «gay» como algo malo, como un insulto.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mensaje llega igual: quien es gay oye que ser como él es algo negativo.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sin querer, la broma trata una orientación como insulto. Es un trato homófobo, aunque no haya odio.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Frenar un prejuicio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FRENAR UN PREJUICIO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Cuatro preguntas contra un prejuicio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¿Cómo lo sabes?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¿Lo has comprobado o lo has oído?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¿Cuántos casos has mirado?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Uno no basta (sesión 25).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¿Busco solo lo que me da la razón?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(sesión 45).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¿Veo a la persona o solo su grupo?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prejuicio es juzgar a alguien antes de conocerle, solo por su grupo.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aporofobia es el rechazo al pobre; Adela Cortina creó la palabra.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 sesgo de confirmación mantiene los prejuicios: mira solo los casos que convienen.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Adela Cortina explica la aporofobia, el rechazo al pobre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oigan a la autora explicar con sus palabras por qué el rechazo va, muchas veces, contra el pobre.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