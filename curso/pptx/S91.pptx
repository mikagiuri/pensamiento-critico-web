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91 · UNIDAD 20 · NÚMEROS QUE ENGAÑAN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Medias y anécdotas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 media resume, pero puede esconder diferencias (la mediana ayuda); una anécdota no prueba una regla general, aunque puede tumbar un «siempre».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Hay ______ cuando dos datos cambian juntos.  (sesión 90)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Helados y ahogamientos suben juntos por una tercera causa: el ______.  (sesión 90)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______ es ser distintos en algo; una desigualdad es tener menos derechos u oportunidades por ser de un grupo.  (sesión 79)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Hay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correlación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cuando dos datos cambian juntos.  (sesión 90)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Helados y ahogamientos suben juntos por una tercera causa: el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calor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90)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diferencia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ser distintos en algo; una desigualdad es tener menos derechos u oportunidades por ser de un grupo.  (sesión 79)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«En esta empresa el sueldo medio es de 5.000 € al mes.» Trabajan un jefe y cuatro empleados. (Ejemplo inventado.)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¿Cuánto crees que cobran los empleados?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La media y la anécdota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 MEDIA Y LA ANÉCDOTA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Media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La media se calcula sumando todos los datos y dividiendo entre cuántos datos hay.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Notas 4, 6 y 8 → (4+6+8) : 3 = 6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Resume muchos datos en un solo número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Pero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esconde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cómo son los datos por dentro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mediana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es el dato del medio, ordenados de menor a mayor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 MEDIA Y LA ANÉCDOTA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Dos institutos con media 5 (ejemplo inventado)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Instituto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Notas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Media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Instituto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5, 5, 5, 5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Instituto B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0, 0, 10, 10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5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¿Iguales?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A: todos aprueban justo. B: la mitad suspende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Misma media, institutos muy distintos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 MEDIA Y LA ANÉCDOTA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Anécdota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Una anécdota es un caso suelto que alguien cuenta. Puede ser verdad, pero no dice cómo es la mayoría.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«Mi abuelo fumó toda la vida y vivió 95 años»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 caso suelto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 dice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cómo es la mayoría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Los datos salen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muchos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casos contados bien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sueldo del principio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Empresa inventada: el jefe cobra 20.000 € al mes y cada uno de los cuatro empleados, 1.250 €.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Sumo y divido: 20.000 + 4 × 1.250 = 25.000 €; 25.000 : 5 = 5.000 €. La media es verdad.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ningún empleado cobra 5.000 €: el sueldo del jefe tira de la media hacia arriba.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Ordeno: 1.250, 1.250,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1.250</a:t>
            </a:r>
            <a:r>
              <a:rPr sz="2400" b="0">
                <a:solidFill>
                  <a:srgbClr val="1F2A44"/>
                </a:solidFill>
                <a:latin typeface="Nunito Sans"/>
              </a:rPr>
              <a:t>, 1.250, 20.000. La mediana, el dato del medio, es 1.250 €.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 dato muy grande deforma la media. Aquí la mediana dice mejor lo que cobra la mayoría.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El abuelo fumador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«Fumar no es tan malo. Mi abuelo fumó toda la vida y vivió 95 años».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verdad lo del abuelo? Puede que sí.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suficiente? No: es un caso entre millones de fumadores.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Los datos no dicen que «todos» los fumadores mueren jóvenes: dicen que, de media, viven bastantes años menos.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abuelo solo tumbaría «todos los fumadores mueren jóvenes», y los datos no dicen eso. Una anécdota no los tumba.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Un gol por partido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El entrenador del equipo del barrio: «Un chico marca de media un gol por partido». Han jugado 10 partidos.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¿Marca en cada partido? No lo sé: la media no lo dice.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Puede que marcara 10 goles en un partido y 0 en los otros nueve.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10 goles : 10 partidos = 1 de media, igual que marcando uno cada día.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misma media puede esconder situaciones muy distintas.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Error típico y caso trampa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ERROR TÍPICO Y CASO TRAMPA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¿Qué sirve como prueba?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Solo, no basta como prueba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«A mi primo le funcionó»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«Conozco a uno que…»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vídeo viral de un solo caso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Pruebas más fuertes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Muchos casos contados bien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Comparar con un grupo que no lo hizo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Varios estudios que coinciden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ERROR TÍPICO Y CASO TRAMPA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El casco que «nunca» falla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Anuncio (inventado): «Con nuestro casco, nunca te harás una herida en la cabeza». Un chico se cayó con ese casco puesto y se hizo una herida.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solo una anécdota. ¿Entonces no sirve para nada?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Para saber cómo es la mayoría, un caso no basta.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el anuncio dice «nunca». Para tumbar un «nunca», basta un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contraejemplo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: un caso que dice lo contrario.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lo del chico es verdad, el anuncio es falso, aunque el casco proteja mucho.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una anécdota no prueba una regla general, pero sí puede tumbar un «nunca» o un «siempre».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media suma y divide; la mediana es el dato del medio.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media resume, pero esconde: un dato muy grande o muy pequeño la deforma.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anécdota no prueba cómo es la mayoría, pero sí puede tumbar un «nunca».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Por qué la media puede engañar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otro ejemplo de media deformada por un dato muy grande.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