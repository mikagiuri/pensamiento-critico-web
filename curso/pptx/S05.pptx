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 · UNIDAD 1 · PENSAR CRÍTICAMENTE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 unidad: pensar críticamente, hechos y opiniones, por qué creemos lo que creemos, y convencer o manipular.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Emocionar no es manipular: el problema es usar la emoción en ______ de razones.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es dar ______ que el otro puede examinar.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los cortesanos cojeaban para caerle bien al ______.  (sesión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Emocionar no es manipular: el problema es usar la emoción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lugar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razones.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es dar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que el otro puede examinar.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los cortesanos cojeaban para caerle bien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rey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esta unidad has aprendido cuatro herramientas para no creerte cualquier cosa.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ellas has usado ya fuera de clase?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 · Pensar críticamente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Pensar críticamente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pedir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razones antes de aceptar o rechazar una idea.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criticarlo todo ni desconfiar de todo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crédulo se lo cree todo; el desconfiado, nada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clave: «¿cómo lo sabes?»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2 · Hechos, gustos y opiniones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Cómo se reconoce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Dice cómo son las cosas: verdadero o falso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«San Mamés está en Bilbao»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lo que me gusta a mí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«Me encanta el recreo»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Opinión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Qué es bueno o qué deberíamos hacer: con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«Habría que alargar el recreo»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3 · ¿Por qué creemos lo que creemos?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Cuatro caminos que, por sí solos, no son razones: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«siempre se ha hecho así»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cree toda mi cuadrilla»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Autoridad: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ha dicho alguien importante»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«me gusta creerlo» o «me da miedo»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rey que cojeaba: todo el palacio cojeaba sin razón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4 · Convencer y manipular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Manipular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Esquivar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tu juicio: prisa, miedo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Esconder información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emoción en lugar de las razones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Convencer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 razones que puedes comprobar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Enseñar los datos y dejar tiempo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siempre: ¿qué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gana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quien me lo dice?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con 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Agua con limón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lee en Instagram: «El agua con limón en ayunas quema grasa. Lo dice una influencer de fitness y lo hace todo mi gimnasio». Está seguro de que es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¿Hecho, gusto u opinión? Es una afirmación de hecho: verdadera o falsa.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caminos hay? Autoridad (la influencer) y grupo (el gimnasio).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gana quien lo dice? Una influencer de fitness puede cobrar por anunciar productos o buscar visitas.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pregunta es «¿cómo lo sabes?». Hay que mirar qué dicen fuentes médicas.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¿Interés = manipulación?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Tu dentista te dice que te cepilles los dientes tres veces al día. Vive de cuidar dientes.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Gana dinero con los dientes… ¿entonces te está manipulando?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tiene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interés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en el tema.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gana nada más porque te cepilles; da razones que se pueden comprobar (caries, estudios).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te mete prisa ni te esconde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tener un interés no es manipular. Lo tengo en cuenta, pero miro las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críticamente es pedir y dar razones: «¿cómo lo sabes?».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hechos dicen cómo son las cosas; los gustos hablan de mí; las opiniones se defienden con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Costumbre, grupo, autoridad o emoción no son razones por sí solas; convencer da razones y manipular las esquiva.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