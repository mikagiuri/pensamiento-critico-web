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«alucinaciones inteligencia artificial explicado» · «cómo usar la IA con sentido crítico estudiantes»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56 · UNIDAD 10 · PENSAR POR UNO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Usar la IA con criterio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 IA puede ayudar y acertar, pero también inventa datos y fuentes con total seguridad: se comprueba como cualquier otra fuente.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Pensar por uno mismo no es pensar ______: puedo escuchar a otros y fiarme de expertos.  (sesión 55)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Fiarse de un ______ en su campo es una buena razón.  (sesión 55)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influencer es una persona con muchos ______ en redes.  (sesión 51)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Pensar por uno mismo no es pensar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solo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puedo escuchar a otros y fiarme de expertos.  (sesión 55)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Fiarse de 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experto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en su campo es una buena razón.  (sesión 55)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influencer es una persona con muchos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seguidores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en redes.  (sesión 51)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Omar pide a una IA tres libros sobre la historia del Athletic para un trabajo. La IA le da títulos, autores y años. Dos libros no existen.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¿Cómo podría haberlo descubierto Omar antes de entregar el trabajo?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y en qué falla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Y EN QUÉ FALLA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IA de chat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Programa que escribe textos prediciendo, palabra a palabra, qué es más probable que venga después.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Ha aprendido de muchísimos textos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Acierta muchas veces, pero no siempre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¿Entiende lo que dice? Los expertos lo discuten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Suena igual de segura cuando acierta y cuando falla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Y EN QUÉ FALLA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En qué falla y qué hace bien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En qué falla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Inventa datos, citas y hasta fuentes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 equivoca con total seguridad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 veces te da la razón sin tenerla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Puede no estar al día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Qué hace bien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Explicar algo con otras palabras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Hacer esquemas y resúmenes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Dar ideas para empezar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Revisar la ortografía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Y EN QUÉ FALLA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Alucinación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cuando una IA inventa algo falso y lo dice como si fuera verdad.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miente a propósito: escribe lo que suena probable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Por eso suena igual de segura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Sentirse seguro no es saber (sesión 3)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Cómo comprobarla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CÓMO COMPROBARLA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comprobaciones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Busca la fuente: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¿existe ese libro, ese enlace, esa cita?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Lectura lateral: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mira qué dicen otras fuentes fiables (sesión 34).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Datos y fechas: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compruébalos siempre fuera de la IA.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Pide la fuente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 la IA, y compruébala tú: también puede inventarla.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CÓMO COMPROBARLA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Los libros de Omar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La IA le da a Omar tres libros sobre la historia del Athletic, con título, autor y año.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me da la IA? Tres fuentes que parecen muy concretas.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Compruebo: busco cada título en la biblioteca y en internet.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Resultado: dos no aparecen en ningún sitio. La IA se los inventó.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IA puede inventar fuentes. Uso solo las que he comprobado.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CÓMO COMPROBARLA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fotosíntesis de Naiara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 no entiende la fotosíntesis. Pide a la IA que se la explique con palabras sencillas y luego lo compara con su libro de Biología.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¿Para qué usa la IA? Para entender, no para copiar.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¿Comprueba? Sí: lo compara con el libro.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algo no coincide, lo mira otra vez en el libro y pregunta a la profesora.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buen uso. La IA como ayuda y su cabeza como juez.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CÓMO COMPROBARLA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Lo dice una 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IA le dice a Chen que el museo Guggenheim de Bilbao se inauguró en 1997. Su amigo: «Eso es de una IA, seguro que es falso».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Las IA inventan cosas. ¿Entonces el dato es falso?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Las IA inventan a veces, no siempre. Muchas veces aciertan.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Chen lo busca en la web del museo: se inauguró en 1997. Es verdad.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Rechazarlo por venir de una IA es juzgar el origen, no el dato (como en la sesión 14).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 dato no es verdad ni mentira por venir de una IA. Se comprueba.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IA explica, resume y da ideas, y a menudo acierta, pero puede inventar datos y fuentes.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Suena segura aunque se equivoque: eso se llama alucinación.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No la creas ni la rechaces sin más: busca la fuente y haz lectura lateral.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Las «alucinaciones» de la inteligencia artificial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ejemplos reales de IA que inventa datos o fuentes con total seguridad.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