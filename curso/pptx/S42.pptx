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42 · UNIDAD 7 · EMOCIONES, CONFLICTOS Y DILEMAS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Pensar un dilema 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Para pensar un dilema: ver qué valores chocan, buscar más salidas, mirar las consecuencias y preguntarse si aceptaría que todos hicieran lo mismo.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algo importante que guía lo que hacemos.  (sesión 41)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caso de la amiga que copia chocan la lealtad y la ______.  (sesión 41)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Tres preguntas a una fuente: ¿quién lo dice?, ¿cómo lo sabe?, ¿qué ______?  (sesión 37)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valor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algo importante que guía lo que hacemos.  (sesión 41)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caso de la amiga que copia chocan la lealtad y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justicia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Tres preguntas a una fuente: ¿quién lo dice?, ¿cómo lo sabe?, ¿qué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gana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 (sesión 37)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le cuenta un secreto a su mejor amigo y le hace prometer que no se lo dirá a nadie. Después, el amigo se da cuenta de que puede estar en peligro.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¿Una promesa hay que cumplirla siempre? ¿Qué necesitarías saber para decidir?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Cuatro preguntas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preguntas para pensar un dilema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 · ¿Qué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valores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chocan?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 · ¿Hay más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salidas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las dos primeras?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 · ¿Qué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consecuencias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tiene cada opción, y para quién?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 · ¿Aceptaría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todos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hicieran lo mismo en mi lugar?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Buscar más salidas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Muchos dilemas parecen de dos opciones, pero hay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más salidas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 Si las olvidamos, caemos en un falso dilema (sesión 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ni chivarse ni callar, sino hablar antes con la amiga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salida nueva puede salvar los dos valores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¿Y si todos lo hicieran?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buena razón vale también si yo estuviera en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lugar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del otro.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¿y si me lo hicieran a mí?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una razón solo vale cuando me conviene, es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excusa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promesa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le cuenta a su mejor amigo que lleva semanas sin comer casi nada para adelgazar. Le hace prometer que no se lo dirá a nadie.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Valores: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lealtad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(cumplir la promesa) y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cuidar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al amigo.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Más salidas: hablar primero con él y proponerle ir juntos a contárselo a un adulto de confianza.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Consecuencias: callar puede dañar su salud; contarlo puede enfadarle un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 hay un peligro serio, cuidar pesa más que la promesa. Contarlo a un adulto no es traicionar.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razón que solo vale para mí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recibe 10 € de más en el cambio de un supermercado. Se los queda: «Es una empresa enorme, no le hago daño a nadie».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Da una razón… ¿entonces es un dilema bien resuelto?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una razón: la empresa es grande y no lo notará.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Pregunta 4: ¿aceptaría él que alguien se quedara 10 € de una tienda suya?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el dinero puede faltarle a quien estaba en la caja al cerrar.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razón que solo vale cuando me conviene es una excusa. No había dilema: había ganas de quedárselo.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pensar un dilema: qué valores chocan, qué otras salidas hay y qué consecuencias tiene cada una.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buena razón valdría también si yo estuviera en el lugar del otro.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Si hay un peligro serio, contarlo a un adulto no es traicionar.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pensar un dilema ético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a alguien pensar un dilema en voz alta, mirando valores, salidas y consecuencias.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