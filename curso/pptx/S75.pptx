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PENSAMIENTO CRÍTICO · SESIÓN 75 · UNIDAD 16 · AMISTAD, AMOR Y FAMILIAS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¿Qué es un amigo?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Aristóteles distingue amistades por utilidad, por placer y por virtud; un buen amigo quiere tu bien, aunque a veces eso sea decir que no.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Escribe en tu hoja las palabras que faltan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El nivel moral no se ve en la respuesta, sino en las ______.  (sesión 74)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El cambio ______ tiene que ver con pensar y aprender.  (sesión 74)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Criticar una idea no es ______ a quien la dice.  (sesión 63)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Corrige con otro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El nivel moral no se ve en la respuesta, sino en las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razones</a:t>
            </a:r>
            <a:r>
              <a:rPr sz="2600" b="0">
                <a:solidFill>
                  <a:srgbClr val="1F2A44"/>
                </a:solidFill>
                <a:latin typeface="Nunito Sans"/>
              </a:rPr>
              <a:t>.  (sesión 74)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El cambio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cognitivo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tiene que ver con pensar y aprender.  (sesión 74)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Criticar una idea no es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atacar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a quien la dice.  (sesión 63)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Un chico tiene 600 seguidores en Instagram y un grupo de WhatsApp con 30 personas de la cuadrilla.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¿Cuántos de ellos son amigos de verdad? ¿Cómo lo sabes?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Tres tipos de amistad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TRES TIPOS DE AMISTAD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500000"/>
            <a:ext cx="10912000" cy="3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Sin amigos nadie querría vivir, aunque tuviera todos los demás bienes.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4700000"/>
            <a:ext cx="10912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4A5568"/>
                </a:solidFill>
                <a:latin typeface="Nunito Sans"/>
              </a:rPr>
              <a:t>Aristóteles, «Ética a Nicómaco», libro VIII (siglo IV a. C.)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TRES TIPOS DE AMISTAD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Amistad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Para Aristóteles, la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amistad</a:t>
            </a:r>
            <a:r>
              <a:rPr sz="2800" b="1">
                <a:solidFill>
                  <a:srgbClr val="1F2A44"/>
                </a:solidFill>
                <a:latin typeface="Nunito Sans"/>
              </a:rPr>
              <a:t> es quererse bien de forma mutua y saberlo: cada uno desea el bien del otro.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Es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mutua</a:t>
            </a:r>
            <a:r>
              <a:rPr sz="2800" b="0">
                <a:solidFill>
                  <a:srgbClr val="1F2A44"/>
                </a:solidFill>
                <a:latin typeface="Nunito Sans"/>
              </a:rPr>
              <a:t>: si solo quiere uno, no es amistad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Los dos lo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saben</a:t>
            </a:r>
            <a:r>
              <a:rPr sz="2800" b="0">
                <a:solidFill>
                  <a:srgbClr val="1F2A44"/>
                </a:solidFill>
                <a:latin typeface="Nunito Sans"/>
              </a:rPr>
              <a:t>: no es un cariño escondido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Aristóteles fue un filósofo griego, alumno de Platón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TRES TIPOS DE AMISTAD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Los tres tipos de amistad (Aristóteles)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333"/>
                <a:gridCol w="3637333"/>
                <a:gridCol w="3637334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Tipo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Qué quiero del otro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¿Cuánto dura?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Por </a:t>
                      </a:r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utilidad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Que me sirva: me ayuda, me presta, me conviene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Se acaba cuando deja de servir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Por </a:t>
                      </a:r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placer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Pasarlo bien: es divertido, compartimos aficiones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Se acaba cuando deja de divertir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Por </a:t>
                      </a:r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virtud</a:t>
                      </a:r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 (por la persona misma)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A la persona: quiero su bien por ella misma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Dura mucho, pero es rara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TRES TIPOS DE AMISTAD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Lo que añade Aristóteles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650000"/>
            <a:ext cx="10912000" cy="48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Las amistades por utilidad y por placer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no son falsas</a:t>
            </a:r>
            <a:r>
              <a:rPr sz="2800" b="0">
                <a:solidFill>
                  <a:srgbClr val="1F2A44"/>
                </a:solidFill>
                <a:latin typeface="Nunito Sans"/>
              </a:rPr>
              <a:t>: son más frágiles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Según él, los jóvenes suelen hacer amistades por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placer</a:t>
            </a:r>
            <a:r>
              <a:rPr sz="2800" b="0">
                <a:solidFill>
                  <a:srgbClr val="1F2A44"/>
                </a:solidFill>
                <a:latin typeface="Nunito Sans"/>
              </a:rPr>
              <a:t>, y cambian a menudo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La amistad por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virtud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también es útil y agradable, pero no depende de eso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Necesita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tiempo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y trato: no se hace en una semana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Casos resueltos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1 · Tres amistades distintas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chico se sienta con un compañero porque le deja los apuntes. Con otro juega al Fortnite. Con una amiga habla de todo desde primaria. (Ejemplo inventado.)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El primero: le sirve para los apuntes. Amistad por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utilidad</a:t>
            </a:r>
            <a:r>
              <a:rPr sz="2400" b="0">
                <a:solidFill>
                  <a:srgbClr val="1F2A44"/>
                </a:solidFill>
                <a:latin typeface="Nunito Sans"/>
              </a:rPr>
              <a:t>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El segundo: lo pasan bien jugando. Amistad por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placer</a:t>
            </a:r>
            <a:r>
              <a:rPr sz="2400" b="0">
                <a:solidFill>
                  <a:srgbClr val="1F2A44"/>
                </a:solidFill>
                <a:latin typeface="Nunito Sans"/>
              </a:rPr>
              <a:t>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La amiga: se quieren por cómo son, desde hace años. Se parece a la amistad por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virtud</a:t>
            </a:r>
            <a:r>
              <a:rPr sz="2400" b="0">
                <a:solidFill>
                  <a:srgbClr val="1F2A44"/>
                </a:solidFill>
                <a:latin typeface="Nunito Sans"/>
              </a:rPr>
              <a:t>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las tres son amistades. Pero si se acaban los apuntes o el juego, puede acabarse la amistad.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2 · La presión del grupo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La cuadrilla de una chica se ríe en el grupo de un árbitro que se equivocó. Ella no quiere, pero piensa: «Si no me río, me dejan fuera». (Ejemplo inventado.)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Es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presión del grupo</a:t>
            </a:r>
            <a:r>
              <a:rPr sz="2400" b="0">
                <a:solidFill>
                  <a:srgbClr val="1F2A44"/>
                </a:solidFill>
                <a:latin typeface="Nunito Sans"/>
              </a:rPr>
              <a:t>: hacer algo para no quedarte fuera, como en el experimento de Asch (sesión 10).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Pregunta útil: ¿me quieren a mí, o solo que haga lo que hace el grupo?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En el experimento de Asch, con un solo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aliado</a:t>
            </a:r>
            <a:r>
              <a:rPr sz="2400" b="0">
                <a:solidFill>
                  <a:srgbClr val="1F2A44"/>
                </a:solidFill>
                <a:latin typeface="Nunito Sans"/>
              </a:rPr>
              <a:t> casi todos resistían. Un «no» ayuda a otros a decirlo.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un amigo de verdad no te pide hacer daño a alguien para seguir siendo tu amigo.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«Si eres mi amigo, me cubres»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chico quiere que un amigo le diga a su madre que ayer estudiaron juntos. En realidad, se fue al Casco Viejo. «Si eres mi amigo, me cubres». (Ejemplo inventado.)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Si el amigo dice que no, ¿es un mal amigo?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Parece que sí: un amigo te apoya y te cubre.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Pero en la amistad por virtud quiero el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bien</a:t>
            </a:r>
            <a:r>
              <a:rPr sz="2400" b="0">
                <a:solidFill>
                  <a:srgbClr val="1F2A44"/>
                </a:solidFill>
                <a:latin typeface="Nunito Sans"/>
              </a:rPr>
              <a:t> del otro, no darle todo lo que pide.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Mentir por él puede meterle en líos mayores. Aristóteles añade que los buenos amigos no se piden cosas malas.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decir «no» a algo que no está bien también puede ser cuidar al amigo.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Escríbelo tú primero, sin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Dos minutos. Después lo comparamos.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Para Aristóteles, la amistad es quererse bien de forma mutua y saberlo.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Hay amistad por utilidad, por placer y por virtud, que quiere a la persona misma.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Un buen amigo quiere tu bien: a veces eso significa decir que no.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VÍDEO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FBF7EF"/>
                </a:solidFill>
                <a:latin typeface="Fredoka"/>
              </a:rPr>
              <a:t>Los tres tipos de amistad según Aristóteles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2200000"/>
            <a:ext cx="10912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C9D3E6"/>
                </a:solidFill>
                <a:latin typeface="Nunito Sans"/>
              </a:rPr>
              <a:t>Ver con otros ejemplos la diferencia entre amistad por utilidad, por placer y por virtud.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minutos · individual · en silencio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1 ·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puntos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2 · Repaso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3 · 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1.ª pasada: sin apuntes, con bolígrafo. 2.ª pasada: con los apuntes, en otro color. Marca «seguro» o «dudo» en cada respuesta.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