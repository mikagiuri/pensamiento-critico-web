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minutos. Sin apuntes. Es para recordar, no cuenta para nota.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Nadie tiene que contestar: solo pensarlo.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unos segundos para que piensen la respuesta fácil antes de enseñar los pasos.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Dejar 2 minutos para que lo escriban. La diapositiva siguiente muestra el resumen.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Buscar: «generalización apresurada falacia» · «generalización precipitada ejemplos»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19 · UNIDAD 4 · FALACIAS II: RAZONAR MAL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Generalización apresurada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 generalización apresurada saca una conclusión sobre todos a partir de pocos casos que no bastan.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es un truco, ponle ______ y hazle su pregunta.  (sesión 18)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hombre de paja ______ la idea del otro.  (sesión 18)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conclusión no siempre va al ______.  (sesión 7)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Si es un truco, ponle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nombre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y hazle su pregunta.  (sesión 18)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hombre de paja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deforma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la idea del otro.  (sesión 18)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La conclusión no siempre va al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final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7)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«Mi primo compró unas zapatillas por internet y le llegaron rotas. Comprar por internet es siempre una estafa.»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¿Cuántos casos ha mirado? ¿Basta con eso para decir «siempre»?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De un caso a «todos»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DE UN CASO A «TODOS»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Generalización apresurada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Sacar una conclusión sobre todos (o sobre «siempre») a partir de pocos casos que no bastan.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También se llama generalización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precipitada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Falla la pregunta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¿es suficiente?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(sesión 9)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Pregunta: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¿cuántos casos has mirado? ¿Son suficientes?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DE UN CASO A «TODOS»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Cómo reconocerla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650000"/>
            <a:ext cx="10912000" cy="48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Suele usar palabras como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todos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nunca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siempre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,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ninguno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La prueba es un caso, dos o «uno que conozco»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Muchas veces habla de un grupo entero de personas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Así nacen muchos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estereotipos</a:t>
            </a:r>
            <a:r>
              <a:rPr sz="2800" b="0">
                <a:solidFill>
                  <a:srgbClr val="1F2A44"/>
                </a:solidFill>
                <a:latin typeface="Nunito Sans"/>
              </a:rPr>
              <a:t>: ideas fijas sobre un grupo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DE UN CASO A «TODOS»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De pocos casos a «todos»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00" y="1700000"/>
          <a:ext cx="10912000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56000"/>
                <a:gridCol w="5456000"/>
              </a:tblGrid>
              <a:tr h="600000"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Casos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1">
                          <a:solidFill>
                            <a:srgbClr val="FBF7EF"/>
                          </a:solidFill>
                          <a:latin typeface="Fredoka"/>
                        </a:rPr>
                        <a:t>Conclusión apresurada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Dos chicos de otra clase se copian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«En esa clase son todos unos copiones»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videojuego de una marca me aburrió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«Los juegos de esa marca son malos»</a:t>
                      </a:r>
                    </a:p>
                  </a:txBody>
                  <a:tcPr>
                    <a:solidFill>
                      <a:srgbClr val="EAF0F7"/>
                    </a:solidFill>
                  </a:tcPr>
                </a:tc>
              </a:tr>
              <a:tr h="600000"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Un día el metro llegó tarde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000" b="0">
                          <a:solidFill>
                            <a:srgbClr val="1F2A44"/>
                          </a:solidFill>
                          <a:latin typeface="Nunito Sans"/>
                        </a:rPr>
                        <a:t>«El metro nunca es puntual»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1 · Las zapatillas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«Mi primo compró unas zapatillas por internet y le llegaron rotas. Comprar por internet es siempre una estafa.»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¿Cuál es la conclusión? Comprar por internet es siempre una estafa.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¿Cuántos casos hay? Uno: el del primo.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suficiente? No: cada día hay muchísimas compras por internet, y la mayoría llegan bien.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generalización apresurada. Lo justo sería: «a veces falla; conviene mirar bien la tienda».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2 · Un curso entero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Chen: «Un chico de 1.º me empujó ayer en el pasillo. Los de 1.º son todos unos maleducados».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¿Cuántos casos? Uno.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¿Cuántos alumnos hay en 1.º? Muchos: uno no los representa.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justo? No: culpa a muchos por lo que hizo uno. Cada persona es distinta.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generalización apresurada. Así empiezan los estereotipos.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3 · Cuando sí se puede generalizar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Imagina una encuesta a 500 alumnos de 20 institutos de Bizkaia. El 80 % dice que usa el móvil para estudiar (datos inventados).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¿Cuántos casos? Muchos: 500.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¿Son variados? Sí: de 20 institutos distintos.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¿Es suficiente? Para decir «la mayoría», sí; para decir «todos», no. Y no dice nada de cada alumno.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Generalizar con muchos casos variados es una inducción bien hecha (sesión 10).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Una sola cucharada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Maialen prueba una cucharada de la sopa y dice: «Esta sopa está salada». Solo ha mirado un caso.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Un caso para hablar de toda la sopa… ¿generalización apresurada?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saca una conclusión sobre toda la sopa con una sola cucharada.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la sopa está mezclada: todas las cucharadas son casi iguales.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 personas, tiendas o partidos no pasa eso: cada caso puede ser muy distinto.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no es falacia. Cuántos casos hacen falta depende de lo </a:t>
            </a:r>
            <a:r>
              <a:rPr sz="2400" b="1">
                <a:solidFill>
                  <a:srgbClr val="1F2A44"/>
                </a:solidFill>
                <a:latin typeface="Nunito Sans"/>
              </a:rPr>
              <a:t>variadas</a:t>
            </a:r>
            <a:r>
              <a:rPr sz="2400" b="0">
                <a:solidFill>
                  <a:srgbClr val="1F2A44"/>
                </a:solidFill>
                <a:latin typeface="Nunito Sans"/>
              </a:rPr>
              <a:t> que sean las cosas.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Generalizar bien y mal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3 · GENERALIZAR BIEN Y MAL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¿Apresurada o bien hecha?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Apresurada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Pocos casos, para cosas muy distintas entre sí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Casos muy parecidos o elegidos a propósito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Dice más de lo que muestran los casos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Bien hecha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Casos suficientes para lo variadas que son las cosas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Casos variados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Dice solo lo que muestran: «la mayoría», «a menudo»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generalización apresurada pasa de pocos casos que no bastan a «todos» o «siempre».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Para desmontarla: ¿cuántos casos has mirado? ¿Son suficientes?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Generalizar está bien con casos suficientes y variados, sin decir más de lo que muestran.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La generalización apresurada y los estereotipos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cómo de un caso se salta a «todos», también con grupos de personas.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