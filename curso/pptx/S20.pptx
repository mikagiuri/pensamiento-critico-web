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«falso dilema falacia» · «falso dilema ejemplos»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20 · UNIDAD 4 · FALACIAS II: RAZONAR 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Falso dilema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El falso dilema presenta solo dos opciones, como si fueran las únicas, cuando en realidad hay más salidas.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Cuántos casos hacen falta para generalizar depende de lo ______ que sean las cosas.  (sesión 19)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la generalización apresurada falla esta pregunta de una buena razón: ¿es ______?  (sesión 19)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Tres formas de fabricar el muñeco: exagerar, ______ e inventar.  (sesión 15)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Cuántos casos hacen falta para generalizar depende de lo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variadas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que sean las cosas.  (sesión 19)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la generalización apresurada falla esta pregunta de una buena razón: ¿es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suficiente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?  (sesión 19)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Tres formas de fabricar el muñeco: exagerar,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recortar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 inventar.  (sesión 15)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Mensaje de la cuadrilla: «O vienes a Aste Nagusia toda la noche, o es que ya no eres de los nuestros».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¿De verdad solo hay esas dos opciones?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«O esto o aquello»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«O ESTO O AQUELLO»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Falso dilema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Presentar solo dos opciones, como si no hubiera más, cuando en realidad hay otras salidas.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Dilema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tener que elegir entre dos opciones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Suele sonar así: «o… o…»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Suele empujarte hacia la opción que quiere el otro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¿seguro que no hay una tercera opción?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«O ESTO O AQUELLO»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Dónde se esconden las otras opciones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En medio: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ni todo ni nada, un poco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Las dos a la vez: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estudiar y también jugar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Ninguna de las dos: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otra cosa distinta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Más tarde: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hoy no, otro día sí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Aste Nagusia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Mensaje de la cuadrilla: «O vienes a Aste Nagusia toda la noche, o es que ya no eres de los nuestros».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dos opciones me dan? Ir toda la noche, o dejar de ser de la cuadrilla.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¿Hay más? Sí: ir un rato, ir otro día, seguir siendo amigos sin ir.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¿Para qué sirve el dilema? Para empujarme: la otra opción da miedo.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falso dilema. Hay más salidas de las que dicen.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En casa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El padre de Dylan: «O dejas los videojuegos para siempre, o vas a suspender todo».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dos opciones? Dejarlos para siempre o suspenderlo todo.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¿Tercera opción? Jugar menos: una hora, solo el fin de semana, después de estudiar.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¿La preocupación es real? Puede que sí: si juega mucho, estudia menos.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falso dilema. El problema puede ser real; lo falso es que solo haya dos salidas.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Un dilema de verdad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Leire tiene entrada para un concierto y para un partido. Los dos son el sábado a las seis, en sitios distintos de Bilbao.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dos opciones tiene? El concierto o el partido.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¿Puede ir a los dos? No: es a la misma hora y en sitios distintos.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Podría no ir a ninguno, pero no puede tener los dos: elegir una opción le impide la otra.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falso dilema. A veces solo hay dos opciones de verdad.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¿Gol o no gol?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El VAR revisa una jugada: «O el balón ha cruzado entera la línea, o no la ha cruzado». Kevin: «¡Falso dilema! Solo da dos opciones».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Tiene la forma «o… o…». ¿Tiene razón Kevin?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solo hay dos opciones y suena a «o… o…».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Busca la tercera: ¿medio gol? No existe. Si no ha cruzado entera, no ha cruzado.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Cuando una opción es justo lo contrario de la otra («sí / no»), no queda sitio para una tercera.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El «o… o…» es una pista; lo que cuenta es si de verdad hay más opciones.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Dilema falso y dilema real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DILEMA FALSO Y DILEMA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¿Falso o real?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Falso dilema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«O todo o nada»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Esconde las opciones del medio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Te empuja hacia la opción que quiere el otro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Dilema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dos opciones son de verdad las únicas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Elegir una impide la otra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 puede comprobar que no hay más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falso dilema presenta solo dos opciones cuando en realidad hay más.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Las otras salidas suelen estar en medio, en las dos a la vez o en otra distinta.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Para desmontarlo: ¿seguro que no hay una tercera opción?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falacia del falso dilema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más ejemplos del «o esto o aquello» en anuncios y discusiones.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