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 · UNIDAD 2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¿Cuándo fiarse de un experto?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Antes de fiarte de un experto, mira cuatro cosas: su campo, el consenso, sus intereses y sus pruebas.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______.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su saber, un experto no puede ______: solo darte razones.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afirmación de hecho dice cómo son las ______.  (sesión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obedezca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su saber, un experto no puede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mandarte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solo darte razones.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afirmación de hecho dice cómo son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cosas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dentista con muchos seguidores dice en Instagram que un dentífrico es «el mejor del mundo». Debajo pone: «colaboración pagada».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fías igual que si te lo dijera tu dentista en la consulta?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preguntas para un experto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 PARA UN EXPERTO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Experto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experto es una persona que sabe mucho de un tema porque lo ha estudiado o trabajado durante años.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Sabe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tema, no de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equivocarse, como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ahorra tener que comprobarlo todo nosotros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 PARA UN EXPERTO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cuatro preguntas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Mira…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¿Habla de lo que ha estudiado?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consenso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dicen la mayoría de los expertos del tema?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intereses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¿Gana algo si le creo?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pruebas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¿Explica 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 PARA UN EXPERTO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Consenso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consenso es cuando casi todos los expertos de un tema están de acuerdo después de mirar las pruebas.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Vale más que la opinión de un experto solo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Uno puede equivocarse; casi todos a la vez, es más raro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la Tierra gira alrededor del Sol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dentista de Instagram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dentista dice en Instagram que un dentífrico es «el mejor del mundo». Debajo pone: «colaboración pagada».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campo? Sí: es dentista y habla de dientes.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intereses? Le pagan por decirlo. No quiere decir que mienta, pero hay que mirar con más cuidado.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pruebas? No dice cómo lo sabe. «El mejor del mundo» no se puede medir así.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sabe del tema, pero tiene un interés. Mejor preguntar a una dentista que no cobre por anunciarlo.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genio fuera de su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Imagina que un premio Nobel de Física dice en una entrevista que comer ajo crudo cura el resfriado.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campo? No: sabe muchísimo de física, no de medicina.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consenso? Los médicos no dicen que el ajo cure el resfriado.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pruebas? No da ninguna: solo su opinión.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gran experto, pero no en esto. En este tema, su palabra no vale más que la de cualquiera.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vacuna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pediatra de un chico le recomienda una vacuna. Lo mismo dicen Sanidad y casi todos los médicos.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campo? Sí: es médico de niños y habla de salud.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consenso? Sí: casi todos los expertos dicen lo mismo.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intereses y pruebas? No cobra más por recomendarla, y hay muchos estudios detrás.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pasa las cuatro preguntas. Fiarse aquí es razonable.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Contra el consenso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Años 80: casi todos los médicos creen que las úlceras de estómago vienen del estrés. Barry Marshall dice que las causa una bacteria.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Va contra el consenso… ¿entonces seguro que se equivoca?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Casi siempre, quien va contra el consenso se equivoca. Pero no siempre.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Marshall tenía pruebas: encontró la bacteria con Robin Warren. Él mismo se la bebió para demostrarlo.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Otros comprobaron sus pruebas y el consenso cambió. En 2005 les dieron el Nobel.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consenso es una muy buena razón, pero no es infalible. Lo que lo cambia son pruebas, no opiniones.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experto sabe mucho de su tema, pero no de todos.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Antes de fiarte, mira su campo, el consenso, sus intereses y sus pruebas.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pasa las cuatro preguntas, fiarse es razonable, aunque los expertos también pueden fallar.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saber si podemos fiarnos de un experto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fiarse de los expertos es razonable si se mira su campo, el consenso y sus pruebas.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