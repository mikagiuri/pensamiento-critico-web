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«premisas y conclusión de un argumento» · «indicadores de premisa y conclusión»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7 · UNIDAD 2 · ARGUMENTAR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¿Qué es un argumento?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 argumento es una conclusión apoyada en premisas; palabras como «porque» o «por tanto» ayudan a encontrar cada parte.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hecho dice cómo son las ______; un gusto habla de mí.  (sesión 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Costumbre, grupo, autoridad y ______ pueden acertar o fallar: hay que revisarlas.  (sesión 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afirmación de hecho puede ser verdadera o ______.  (sesión 2)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hecho dice cómo son las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cosas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; un gusto habla de mí.  (sesión 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Costumbre, grupo, autoridad y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emoción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pueden acertar o fallar: hay que revisarlas.  (sesión 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afirmación de hecho puede ser verdadera 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falsa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2)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«No compres esas zapatillas: cuestan 120 euros y tienes otras casi nuevas.»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te pide que hagas? ¿Qué te da para convencerte?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Las partes de un argumento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LAS PARTES DE UN ARGUMENTO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Argumento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 argumento es una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conclusión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apoyada en una o más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premisas</a:t>
            </a:r>
            <a:r>
              <a:rPr sz="2800" b="1">
                <a:solidFill>
                  <a:srgbClr val="1F2A44"/>
                </a:solidFill>
                <a:latin typeface="Nunito Sans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Conclusión: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lo que quiero que aceptes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Premisas: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las razones que doy para que lo aceptes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Premisa = razón, con un nombre más técnico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LAS PARTES DE UN ARGUMENTO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Indicadores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Los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indicadores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son palabras pista: nos dicen qué es cada parte.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Antes de una premisa: «porque», «ya que», «puesto que», «como»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Antes de una conclusión: «por tanto», «así que», «por eso», «luego»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 veces no hay indicador: hay que pensar qué apoya a qué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Ojo: «porque» a veces explica una causa, no da una razón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LAS PARTES DE UN ARGUMENTO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argumentos, separados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Argumento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Premisa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Conclusión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«Deberíamos ir en metro, porque hoy hay huelga de autobuses.»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Hoy hay huelga de autobuses.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Deberíamos ir en metro.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«Naiara paró tres penaltis, así que debería jugar de portera.»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Paró tres penaltis.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Debería jugar de portera.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«No compres esas zapatillas: cuestan 120 euros y tienes otras.»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Cuestan 120 euros. Tienes otras.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No compres esas zapatillas.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LAS PARTES DE UN ARGUMENTO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¿Es un argumento?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No es un argumento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orden sola: «¡Cállate!»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opinión sin razones: «El fútbol es lo mejor»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pregunta: «¿Vienes al cine?»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Datos sueltos, sin conclusión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Sí es un argumento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Hay algo que se quiere probar: la conclusión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Hay al menos una razón que lo apoya: una premisa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«Ven al cine hoy: la peli la quitan mañana»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 conclusión va primero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«Tenemos que salir ya, porque el partido empieza a las seis y el metro tarda veinte minutos.»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Busco el indicador: «porque». Lo que va detrás son premisas.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Premisas: el partido empieza a las seis; el metro tarda veinte minutos.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 que va delante es lo que quiere que acepte: tenemos que salir ya.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conclusión no siempre va al final. Lo que manda es qué apoya a qué.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Sin indicadores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«Esa cuenta se creó ayer y no dice de dónde saca las imágenes. Ese vídeo puede ser falso.»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hay «porque» ni «por tanto». Me pregunto: ¿qué quiere que acepte?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Que el vídeo puede ser falso: esa es la conclusión.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da para apoyarlo? La cuenta es nueva y no dice de dónde saca las imágenes: son las premisas.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sin indicadores, pregunto «¿qué apoya a qué?».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¿Argumento o no?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«Aste Nagusia es en agosto. Hay txosnas, conciertos y fuegos artificiales.»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¿Hay algo que quiera que acepte? No: solo cuenta cosas.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¿Alguna frase apoya a otra? No: son datos sueltos.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un argumento. Es una descripción.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Un «porque» que no es premisa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Leire entra en clase empapada. Aitor le pregunta qué ha pasado. Leire: «Estoy empapada porque me ha pillado la tormenta».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Lleva «porque». ¿Es un argumento? ¿Cuál es la premisa?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Aitor ya ve que está empapada: no hace falta convencerle de eso.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Leire no quiere que acepte nada: le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explica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por qué ha pasado.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Ese «porque» da una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causa</a:t>
            </a:r>
            <a:r>
              <a:rPr sz="2400" b="0">
                <a:solidFill>
                  <a:srgbClr val="1F2A44"/>
                </a:solidFill>
                <a:latin typeface="Nunito Sans"/>
              </a:rPr>
              <a:t>, no una razón para creer algo.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un argumento, es una explicación. Los indicadores ayudan, pero hay que pensar.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argumento es una conclusión apoyada en premisas, que son las razones.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Indicadores como «porque» o «por tanto» ayudan a encontrar cada parte.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conclusión no siempre va al final: pregunta qué apoya a qué.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Premisas y conclusión de un argumento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Oír otra explicación de premisas, conclusión e indicadores, con ejemplos sencillos.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