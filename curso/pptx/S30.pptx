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30 · UNIDAD 5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las falacias que razonan mal: generalización apresurada, falso dilema, pendiente resbaladiza, causa falsa, ignorancia y razonamiento circular.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Apelación a la ignorancia: decir que algo es verdad porque nadie ha demostrado que sea ______.  (sesión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razonamiento circular, la conclusión ya está ______ en la premisa.  (sesión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generalización apresurada falla esta pregunta de una buena razón: ¿es ______?  (sesión 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Apelación a la ignorancia: decir que algo es verdad porque nadie ha demostrado que sea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razonamiento circular, la conclusión ya está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escondida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la premisa.  (sesión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generalización apresurada falla esta pregunta de una buena razón: ¿es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«Dos amigos míos dejaron el fútbol y suspendieron. O juegas al fútbol o suspendes. Y nadie ha demostrado lo contrario.»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trucos encuentras en estas tres frases?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Razonar mal (unidad 5)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la unidad 4, las razones no venían a cuento. En esta, las razones no bastan para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Pocos casos, pocas opciones, pasos sin razones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Causas inventadas, vacíos de pruebas y círculos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Sesiones 25, 26 y 27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La pregunta que la desmonta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Generalización apresurada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 pocos casos a «todos»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¿Cuántos casos has mirado?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Falso dilema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dos opciones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¿Seguro que no hay una tercera?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Pendiente resbaladiza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Cadena de pasos terribles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¿Por qué un paso lleva al siguiente?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Sesiones 28 y 29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La pregunta que la desmonta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Causa falsa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Después de, luego por culpa 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¿Casualidad u otra causa?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Apelación a la ignorancia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Nadie demostró que no, luego sí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pruebas hay a favor?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Razonamiento circular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conclusión es la razón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¿La razón dice algo distinto?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no es falacia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Uno o dos casos → «todos»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Esconder las opciones del medio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Cadena de pasos sin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«Después de» → «por culpa de»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Legítimo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Muchos casos variados → «la mayoría»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Dos opciones que de verdad son las únicas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Consecuencias con razones en cada paso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Causa comprobada varias veces y explicada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 resuelto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trucos en tres frases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«Dos amigos míos dejaron el fútbol y suspendieron. O juegas al fútbol o suspendes. Y nadie ha demostrado lo contrario.»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«Dos amigos… suspendieron»: dos casos para una regla general (generalización) y «después de» tomado como causa (causa falsa).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«O juegas o suspendes»: solo dos opciones. Falso dilema.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«Nadie ha demostrado lo contrario»: apelación a la ignorancia.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cuatro falacias y ninguna buena razón para creer que el fútbol hace aprobar.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 RESUELTO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Todos los frenos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Ejemplo inventado: los técnicos del metro revisan, uno por uno, los frenos de todos los trenes. Ninguno falla. Informe: «Todos los frenos funcionan».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«todos»… ¿generalización apresurada?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«todos», y eso suele ser una señal de alarma.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han mirado todos los frenos, uno por uno: no queda ninguno sin revisar.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falacia es decir más de lo que muestran los casos. Aquí los casos lo muestran todo.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Palabras como «todos» u «o… o…» son pistas, no pruebas: mira las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la unidad 5, las razones no bastan para la conclusión.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Pocos casos, dos opciones, cadenas exageradas, causas falsas, vacíos de pruebas y círculos.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Cada falacia tiene su pregunta: hazla antes de creerte la conclusión.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