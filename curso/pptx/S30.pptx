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30 · UNIDAD 5 · AUTORIDAD E INFLUENCIA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y examen de la unidad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la autoridad por poder y por saber, cuándo fiarse de un experto, las falacias de autoridad y ad populum, y Asch y Milgram.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experimento de Asch, unas 3 de cada ______ personas siguieron al grupo al menos una vez.  (sesión 29)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 versión más conocida del experimento de Milgram, el ______ % llegó hasta la descarga más fuerte.  (sesión 29)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autoridad por ______ puede mandar; la autoridad por ______ sabe mucho de un tema.  (sesión 25)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experimento de Asch, unas 3 de cada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4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personas siguieron al grupo al menos una vez.  (sesión 29)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 versión más conocida del experimento de Milgram, el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65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% llegó hasta la descarga más fuerte.  (sesión 29)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autoridad por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poder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puede mandar; la autoridad por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saber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sabe mucho de un tema.  (sesión 25)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Cinco sesiones sobre a quién hacemos caso y por qué.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idea de esta unidad te ha sorprendido más?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 la unidad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Dos tipos de autoridad (sesión 25)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/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Por poder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Por saber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tiene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cargo: puede mandar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Conocimiento de un tema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me pide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Que obedezca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Que me crea lo que dice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Ejemplo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árbitro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mecánica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preguntas a un experto (sesión 26)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Mira…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Su campo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¿Habla de lo que ha estudiado?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El consenso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dicen la mayoría de los expertos?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Sus intereses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¿Gana algo si le creo?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Sus pruebas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¿Explica cómo lo sabe?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Dos falacias (sesiones 27 y 28)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Falacia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dice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Trucos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De autoridad (ad verecundiam)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«Lo dice alguien importante»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famoso, la bata blanca, «los expertos dicen»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De la mayoría (ad populum)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«Lo hace todo el mundo»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Los «me gusta», las colas, las modas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Asch y Milgram (sesión 29)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/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Asch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Milgram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estudia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Conformidad: seguir al grupo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Obediencia: seguir a una autoridad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pasó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3 de cada 4 cedieron alguna vez; 1 de cada 4, nunca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65 % llegó al final en la versión más conocida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ayudó a resistir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Tener un aliado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Ver a otros negarse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 idea de la unidad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Hacer caso a otros no es malo. Lo malo es hacerlo sin mirar las razones.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¿Sabe del tema y tiene pruebas?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¿Cuántos lo dicen, y por qué lo dicen?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¿Obedezco porque tiene razón o por miedo?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Un caso que lo mezcla todo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UN CASO QUE LO MEZCLA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· El anuncio del doctor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Anuncio inventado: «El doctor Ramos, famoso en TikTok, recomienda ZenSleep para dormir. ¡Ya lo usan un millón de personas!»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«Doctor» famoso en TikTok: ¿doctor en qué? ¿Cobra? Creerlo solo por eso sería falacia de autoridad.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«Un millón de personas»: usarlo como prueba es ad populum. Comprarlo no es comprobarlo.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haría falta? Saber qué dicen médicos del sueño que no cobren, y qué estudios hay.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dos falacias juntas. No me lo creo hasta ver pruebas.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UN CASO QUE LO MEZCLA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¿Doble falacia?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Omar: «Sanidad y casi todos los médicos dicen que fumar causa cáncer, y lo repite todo el mundo. ¡Falacia de autoridad y ad populum!».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Hay expertos y hay «todo el mundo»… ¿tiene razón Omar?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Parecen los dos trucos: «lo dicen los expertos» y «lo dice todo el mundo».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son expertos de su campo, casi todos de acuerdo y con muchísimos estudios: es consenso.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 aquí «todo el mundo» repite algo comprobado, no una moda.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Fiarse del consenso es razonable; el error es fiarse sin mirar por qué.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autoridad por poder manda; la autoridad por saber da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falacia de autoridad y ad populum usan a otros en lugar de pruebas.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Asch y Milgram muestran que el grupo y la autoridad nos empujan, pero muchos resisten.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