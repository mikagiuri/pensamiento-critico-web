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 deepfake explicado» · «cómo detectar un deepfake»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35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Imágenes y vídeos manipulados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imagen puede engañar con recortes, montajes, sacándola de contexto o con deepfakes hechos con inteligencia artificial.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______,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______ de la conclusión?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Verificar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publicó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distinto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la conclusión?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Dicen que «una imagen vale más que mil palabras». Pero alguien eligió qué salía en la foto y qué se quedaba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más de una foto que de un texto?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formas de engañar con imágenes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Parece que hay poca gente; fuera, hay una multitud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tiburón en la autopista (sesión 34)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inundación de otro país como «Bilbao, ayer»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Vídeo o audio falso hecho con inteligencia artificial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famoso «dice» algo que nunca dijo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Deepfake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Vídeo, audio o imagen hecho con inteligencia artificial que muestra a alguien diciendo o haciendo algo que nunca hizo.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vez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difíciles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detectar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pistas de antes (labios, manos raras) ya casi no sirven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Mejor que mirar el vídeo: buscar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Hacer un deepfake de alguien sin permiso 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delito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 una imagen dudosa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te da mucha emoción, sospecha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su origen: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búsqueda inversa (sesión 34)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Mira el contexto: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¿quién la publicó, dónde y cuándo?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cuentan medios serios o la propia persona?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«pelea»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del patio muestra a dos alumnos gritándose. El texto dice: «Pelea en el instituto». La foto completa muestra a más gente: estaban ensayando una obra de teatro.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truco es? Un recorte: se ha quitado lo que explicaba la escena.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foto no es falsa, pero lo que se ve está elegido para engañar.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descubro? Buscando la foto completa o preguntando a quien estaba.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se queda fuera de la foto también cuenta.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alcaldesa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muestra a una alcaldesa (inventada) diciendo que mañana no hay clase en toda Bizkaia. La voz parece la suya.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urgencia: es justo lo que muchos quieren oír.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vídeo parece perfecto, pero hoy eso ya no demuestra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dicen su web oficial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puede ser un deepfake. Manda la fuente oficial, no lo real que parezca el vídeo.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cara de Maialen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usa una aplicación para poner la cara de Maialen en un vídeo ridículo y lo pasa por el grupo de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es? Un deepfake de una persona real, sin su permiso.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 de verdad a Maialen, aunque «solo sea una broma».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Qué hago: no lo reenvío, se lo cuento a un adulto y apoyo a Maialen.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pensar críticamente también es no compartir lo que hace daño.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«Es un deepfake»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Sale un vídeo de un entrenador (inventado) insultando a un árbitro. Él responde: «Es un deepfake, yo nunca dije eso».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él dice que es falso, ¿ya está: es un deepfake?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que existen los deepfakes, cualquiera puede decir «es falso» para librarse.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la fuente: varios periodistas lo grabaron desde sitios distintos y lo cuentan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 apunta a que el vídeo es real.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deepfakes también sirven para negar vídeos reales. Ni «es real» ni «es falso» sin comprobar.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imagen puede engañar con recortes, montajes, fuera de contexto o con deepfakes.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deepfake es un vídeo, audio o imagen falso hecho con inteligencia artificial.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Mirar bien ya no basta: busca el origen y la fuente antes de creer o compartir.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deepfake y cómo se puede detectar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lo reales que pueden parecer los deepfakes y por qué no basta con mirar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