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43 · UNIDAD 7 · EMOCIONES, CONFLICTOS Y DILEMAS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 unidad: para qué sirven las emociones, cómo afrontar un conflicto, los conflictos en las redes y cómo pensar un dilema ético.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dilemas tienen más ______ que las dos primeras.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razón solo vale cuando me conviene, es una ______.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Saber es creer algo que es verdad y tener buenas ______.  (sesión 31)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dilemas tienen más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salidas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que las dos primeras.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razón solo vale cuando me conviene, es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excusa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Saber es creer algo que es verdad y tener buenas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esta unidad has visto que sentir, chocar con otros y dudar sobre qué está bien es normal. Lo importante es qué hacemos con ello.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idea de la unidad te ha servido ya fuera de clase?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38 · Las emociones informan, no mandan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así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«Hay emociones buenas y malas»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«Si lo siento, tengo que hacerlo»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Así 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Son agradables o desagradables, 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informan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caliente: nombrar,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esperar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preguntar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39 · El conflicto no es una pelea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conflicto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un choque de intereses o necesidades. Es normal; la pelea es una mala forma de afrontarlo.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Cinco actitudes: evitar, ceder, competir, pactar y colaborar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postura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lo que pido;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interés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lo que necesito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40 · Conflictos en las redes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las redes los conflictos crecen: sin cara, con anonimato, todo queda guardado y lo ve mucha gente.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Ciberacoso: hacer daño a propósito y de forma repetida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Quien reenvía un mensaje dañino también es responsable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Sesiones 41 y 42 · Dilemas éticos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 dilema tiene buenas razones para dos respuestas porque chocan dos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valores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valores chocan?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¿Hay más salidas?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consecuencias tiene cada opción?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¿Aceptaría que todos hicieran lo mismo?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con 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comentario en caliente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cuenta muy seguida se burla del equipo de fútbol de una chica. Le da rabia y está a punto de contestar con un insulto, como ya hacen cientos.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Emoción: rabia. Informa de que algo le importa, pero no manda: mejor esperar antes de escribir.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¿Dilema? Defender a su equipo y no hacer daño pueden ir juntos: insultar no es una buena razón.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Redes: el comentario queda guardado y lo ve mucha gente. Sumarse a una ola de insultos también es responsabilidad suya.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insulta. Si quiere responder, que sea en frío y con razones.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Colaborar siempre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«Ante cualquier conflicto, lo mejor es colaborar. Las otras actitudes siempre son peores».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Colaborar suena a lo mejor… ¿vale siempre?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colaborar busca una salida buena para los 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colaborar lleva tiempo y ganas por las dos partes.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importa poco, ceder o pactar puede ir mejor. Ante el acoso no se colabora: se pide ayuda.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ninguna actitud vale siempre. Depende de cuánto le importa a cada uno y de si hay respeto.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emociones informan, pero no mandan: en caliente, mejor esperar.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conflicto es un choque de intereses; ayuda separar lo que pido de lo que necesito.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 dilema chocan dos valores: se piensa con valores, salidas, consecuencias y «¿y si todos?».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