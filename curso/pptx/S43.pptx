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«sesgos cognitivos explicados» · «pensar rápido, pensar despacio resumen»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43 · UNIDAD 8 · SESGOS: LA MENTE TAMBIÉN ENGAÑA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¿Qué es un sesgo cognitivo?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 sesgo cognitivo es un error que se repite de forma predecible. Suele venir de atajos mentales que casi siempre nos ayudan.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un gráfico de barras, un eje que no empieza en 0 ______ las diferencias.  (sesión 42)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media sola, sin ver los datos, no es ______.  (sesión 42)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fuente ______ es quien lo vio, lo midió o lo decidió.  (sesión 31)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un gráfico de barras, un eje que no empieza en 0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exagera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las diferencias.  (sesión 42)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media sola, sin ver los datos, no 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suficiente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42)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fuente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original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quien lo vio, lo midió o lo decidió.  (sesión 31)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Un bate y una pelota cuestan 1,10 € en total. El bate cuesta 1 € más que la pelota.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¿Cuánto cuesta la pelota? Contesta rápido, en tu cabeza.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Atajos que fallan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ATAJOS QUE FALLAN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Sesgo cognitivo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 sesgo cognitivo es un error del pensamiento que se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repite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de forma predecible: siempre hacia el mismo lado.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Cognitivo: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que tiene que ver con pensar y conocer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Sesgo: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inclinación hacia un lado (como la muestra sesgada)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Atajo mental: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una forma rápida de decidir sin pensar mucho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Nos pasa a todos, también a los expertos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ATAJOS QUE FALLAN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Dos formas de pensar, según Daniel Kahneman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Aspecto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Pensar rápido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Pensar despacio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Cómo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Automático, sin esfuerzo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Lento, con esfuerzo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Ejemplo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Saber cuánto es 2 + 2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Calcular 17 × 24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Problema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Se equivoca en preguntas con trampa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Cansa: no lo usamos siempre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ATAJOS QUE FALLAN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¿Por qué tenemos atajos?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Cada día tomamos muchísimas decisiones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Pensarlo todo despacio sería agotador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Casi siempre los atajos aciertan: son útiles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Pero en ciertas situaciones fallan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siempre hacia el mismo lado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eso es un sesgo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bate y la pelota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bate y una pelota cuestan 1,10 € en total. El bate cuesta 1 € más que la pelota. ¿Cuánto cuesta la pelota?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respuesta rápida es 10 céntimos. Mucha gente la da, también estudiantes universitarios.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Compruebo despacio: si la pelota vale 0,10 €, el bate vale 1,10 €. Total: 1,20 €. ¡Falla!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la pelota vale 0,05 €, el bate vale 1,05 €. Total: 1,10 €. Correcto.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atajo da una respuesta que «suena» bien. Pensar despacio la corrige.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¿Qué es más peligroso?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Chen tiene miedo a los tiburones cuando se baña en el mar. En cambio, cruza la calle mirando el móvil sin preocuparse.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Los ataques de tiburón salen mucho en películas y noticias: los recordamos fácil.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Los atropellos son muchísimo más frecuentes, pero casi no llaman la atención.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Atajo: «si lo recuerdo fácil, pasa mucho». Aquí falla.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mente juzga el peligro por lo que recuerda, no por los datos.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¿Atajo = sesgo?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Omar ve nubes negras sobre Bilbao y coge el paraguas. No ha mirado el tiempo en el móvil ni lo ha pensado despacio.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Ha decidido rápido, con un atajo… ¿ha caído en un sesgo?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usó un atajo, «nubes negras = lluvia», sin pensar despacio.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ese atajo casi siempre acierta, y le ahorra tiempo.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Un sesgo no es cualquier atajo: es un atajo que falla, y siempre hacia el mismo lado.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decidir rápido no es un error. Los atajos son útiles; el problema es cuando fallan de forma predecible.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sesgo cognitivo es un error del pensamiento que se repite de forma predecible.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Viene de atajos mentales que casi siempre nos ayudan: decidir rápido no es un error.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Pensar despacio y comprobar ayuda a corregir los sesgos.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Qué son los sesgos cognitivos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otros ejemplos de atajos mentales que fallan.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