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«contraejemplo qué es» · «argumento por analogía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11 · UNIDAD 2 · ARGUMENTAR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Ejemplos, contraejemplos y analogías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Los ejemplos apoyan una idea, un solo contraejemplo basta para tumbar un «todos» y una analogía compara dos cosas parecidas.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creía que todos los cisnes eran blancos, hasta que se encontraron cisnes ______ en Australia.  (sesión 10)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de una inducción es ______, no segura.  (sesión 10)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cuento, todo el palacio ______ sin razón.  (sesión 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creía que todos los cisnes eran blancos, hasta que se encontraron cisnes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negros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Australia.  (sesión 10)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de una inducción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probable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no segura.  (sesión 10)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cuento, todo el palacio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cojeaba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sin razón.  (sesión 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Omar dice: «Todos los gatos odian el agua». Leire le enseña un vídeo de su gato nadando tan tranquilo.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le pasa a la frase de Omar?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herramientas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HERRAMIENTAS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Ejemplo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ejemplo es un caso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ilustra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apoya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una idea.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Ayuda a entender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Muchos ejemplos hacen una idea más probable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no demuestran un «todos» (sesión 10)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HERRAMIENTAS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Contraejemplo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contraejemplo es un caso que va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 contra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de una afirmación general.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Tumba frases con «todos», «nadie», «siempre», «nunca»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Basta uno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para tumbar un «todos»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«Todos los gatos odian el agua» → un gato que nada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HERRAMIENTAS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Analogía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analogía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compara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dos cosas: si se parecen en lo que importa, lo que vale para una seguramente vale para la otra.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«Si el casco protege en la bici, también protegerá en el patinete»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buena si se parecen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 lo que importa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Como la inducción: da una conclusión probable, no segura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Un contraejemplo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Aitor: «Nadie de mi clase lee libros por gusto». Maialen: «Yo he leído tres este verano, y nadie me obligó».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frase de Aitor es general: «nadie».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Maialen es un caso en contra: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contraejemplo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hace falta más: basta uno.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frase de Aitor es falsa. Podría decir «pocos», pero no «nadie».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Muchos ejemplos no bastan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Kevin: «Todos los youtubers son ricos: mira estos cinco, que tienen casas enormes».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Kevin da cinco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ejemplos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Apoyan su idea, pero no la demuestran.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Hay muchísimos youtubers con pocos seguidores que no ganan casi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Cada uno de ellos es un contraejemplo.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cinco ejemplos no demuestran un «todos». Un contraejemplo sí lo tumba.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Una mala analogía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«Deberíamos poder mirar los apuntes en los exámenes: los médicos miran las radiografías cuando operan.»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Compara a un alumno en un examen con un médico trabajando.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¿Se parecen en lo que importa? No: el examen sirve para ver qué ha aprendido el alumno.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Al médico no le están examinando: ya aprendió antes.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mala analogía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se parecen en algo que no importa para la conclusión.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4 · Una buena analogía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«Igual que no dejas la puerta de casa abierta al salir, no dejes el móvil sin contraseña.»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Compara la casa y el móvil.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¿Se parecen en lo que importa? Sí: los dos guardan cosas privadas que otros podrían coger.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buena analogía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se parecen en lo importante para la conclusión.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Ojo con los contraejemplos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OJO CON LOS CONTRAEJEMPLOS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¿Un contraejemplo lo tumba todo?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Leire: «A los perros les encanta salir a pasear». Kevin: «El mío odia pasear: se esconde debajo de la cama».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Kevin tiene un contraejemplo. ¿La frase de Leire es falsa?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Leire no dice «todos los perros»: dice cómo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suelen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ser.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 perro que no quiere pasear es una excepción, y «suelen» admite excepciones.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Para tumbar su frase haría falta ver que la mayoría no quiere pasear.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contraejemplo tumba un «todos», no un «casi todos». Mira bien qué dice la frase.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ejemplo apoya una idea, pero muchos ejemplos no demuestran un «todos».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contraejemplo basta para tumbar un «todos», un «nadie» o un «nunca».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analogía es buena si las dos cosas se parecen en lo que importa.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un contraejemplo y qué es un argumento por analogía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casos en los que un solo ejemplo en contra tumba una frase general.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