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41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dilema ético?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dilema ético es un problema con buenas razones para dos respuestas, porque chocan dos valores. Difícil no quiere decir que todo valga.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el ciberacoso: guardar ______, bloquear, denunciar y contarlo a un adulto.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ciberacoso es hacer daño a alguien a propósito y de forma ______ usando la tecnología.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el razonamiento circular: ¿la razón dice algo ______ de la conclusión?  (sesión 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el ciberacoso: guardar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bloquear, denunciar y contarlo a un adulto.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ciberacoso es hacer daño a alguien a propósito y de forma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repetida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usando la tecnología.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el razonamiento circular: ¿la razón dice algo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distinto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la conclusión?  (sesión 29)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ve que su mejor amiga copia en un examen. Al día siguiente, la profesora le pregunta si vio algo.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debería hacer? ¿Por qué cuesta tanto decidir?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 dilema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DILEMA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valor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algo que consideramos importante y que guía lo que hacemos.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Ejemplos: sinceridad, lealtad, justicia, cuidar a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gusto: no habla solo de mí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Casi todos compartimos muchos valores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DILEMA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Dilema ético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problema sobre qué está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hacer en el que hay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buenas razones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para dos respuestas.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Aparece cuando dos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valores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chocan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Decidas lo que decidas, algo se pierde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cuesta: no es una pregunta de examen con solución fácil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DILEMA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Valores que suelen chocar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Choque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Lealtad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justicia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Callar lo que hizo mi amiga o ser justo con los demás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Sinceridad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no hacer daño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Decir lo que pienso de un dibujo o no herir a su autor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Libertad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Volver tarde de una fiesta o que mi familia esté tranquila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DILEMA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¿Es un dilema?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un dilema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entre dos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gustos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pizza o hamburguesa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Saber qué está bien y no apetecer hacerlo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opción claramente injusta contra otra justa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un dilema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dos opciones tienen buenas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Chocan dos valores importantes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que pensar qué pesa más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amiga que copia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vio a su mejor amiga copiar en un examen. La profesora le pregunta si vio algo.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valores chocan?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lealtad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con su amiga y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justicia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con quienes estudiaron.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Razones para callar: es su amiga, no quiere hacerle daño ni que la vean como chivata.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Razones para contarlo: no es justo para los demás, y mentir a la profesora también cuesta.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hay buenas razones en los dos lados. Por eso es un dilema y no un capricho.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¿Cada uno lo suyo?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«En un dilema no hay respuesta mejor ni peor. Cada uno piensa lo que quiere, como con los gustos».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hay razones para las dos respuestas, ¿da igual lo que elijas?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los dos lados tienen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un dilema no es un gusto: es una opinión sobre qué está bien, y se discute con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Unas razones pesan más que otras, y algunas son malas: «callo para que luego me deje copiar a mí».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sea difícil no quiere decir que todo valga. Se comparan las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dilema ético es un problema con buenas razones para dos respuestas.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Aparece cuando chocan dos valores, como la lealtad y la justicia.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sea difícil no quiere decir que todo valga: se comparan las razones.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dilema moral, con ejemplos cotidianos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valores que chocan, contados de otra forma.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