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37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qué hace fiable una fuente, el clickbait, los bulos, cómo verificar y cómo se manipulan imágenes y vídeos.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vídeo, audio o imagen hecho con inteligencia artificial.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imagen te da mucha emoción, ______.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generalización apresurada falla esta pregunta de una buena razón: ¿es ______?  (sesión 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deepfake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vídeo, audio o imagen hecho con inteligencia artificial.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imagen te da mucha emoción,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sospecha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generalización apresurada falla esta pregunta de una buena razón: ¿es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Cada día te llegan decenas de mensajes, titulares, fotos y vídeos.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las herramientas de esta unidad vas a usar más?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a una fuente (sesión 32)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miro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¿Quién lo dice?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¿Tiene nombre? ¿Sabe del 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¿Lo vio, lo midió o lo copió?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¿Qué gana?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¿Dinero, visitas, votos, fama?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Titulares y clickbait (sesión 33)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El clickbait exagera o esconde información para que hagas clic.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Esconde el dato: «No creerás lo que pasó»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Exagera: «increíble», «brutal»; mayúsculas y exclamaciones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un titular llamativo no siempre es clickbait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compartir, lee la noticia entera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Bulos (sesión 34)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 bulo es una mentira inventada que se hace pasar por noticia.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Ingredientes: urgencia, emoción fuerte, fuente vaga, sin fecha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Son señales para sospechar, no pruebas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compartimos porque nos emociona y viene de alguien de confianza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foto verdadera con un contexto falso también es bulo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pasos para verificar (sesión 35)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Lectura 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Salgo de la página y busco qué dicen otros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Fecha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Miro cuándo se publicó, no cuándo me llegó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Origen de la imagen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Hago una búsqueda inversa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 no encuentro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está comprobado: espero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Imágenes manipuladas (sesión 36)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corta la foto para esconder una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Montaje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juntan o cambian partes de imágenes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Fuera de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Foto real, pero de otro sitio o 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Deepfake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Hecho con IA; mirar no basta, busco la fuente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que lo mezcla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mensaje del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grupo de clase: «¡¡INCREÍBLE!! Un famoso youtuber pillado robando en una tienda de Bilbao» y una foto borrosa. Sin enlace ni fecha.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Titular clickbait: mayúsculas, «increíble», emoción fuerte.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Fuente: no hay. ¿Quién lo dice? ¿Cómo lo sabe? Sin fecha: ingredientes de bulo.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Verifico: búsqueda inversa de la foto y lectura lateral. ¿Lo cuentan medios serios?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lo reenvío hasta comprobarlo. Puede hacer daño a una persona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cuenta sin nombre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cuenta sin nombre avisa en redes: «Accidente en la autopista, todo cortado». Una hora después, los medios serios lo confirman.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tenía nombre ni fuente. ¿Era un bulo?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Sin nombre ni fuente, hice bien en no creérmelo del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una fuente anónima puede acertar: quizá alguien lo estaba viendo.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«Sin nombre» no quiere decir «falso»: quiere decir «sin comprobar».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las señales no dicen si algo es verdad; dicen cuánto tengo que comprobar antes de creerlo.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Ninguna fuente es infalible: mira quién lo dice, cómo lo sabe y qué gana.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clickbait y los bulos usan la emoción para que hagas clic y compartas.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verificar: lectura lateral, fecha y origen de la imagen; si no encuentras nada, espera.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