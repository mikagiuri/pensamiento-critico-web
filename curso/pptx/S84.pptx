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84 · UNIDAD 19 · MODAS, OCIO Y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¿Por qué seguimos las modas?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Seguimos las modas para pertenecer y para distinguirnos; pensar bien es ver por qué las sigo y separar lo que se lleva de lo bueno.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es juzgar a una persona antes de conocerla, solo por su grupo.  (sesión 83)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palabra «aporofobia» la creó la filósofa Adela ______.  (sesión 83)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______ es ser distintos en algo; una desigualdad es tener menos derechos u oportunidades por ser de un grupo.  (sesión 79)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prejuicio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juzgar a una persona antes de conocerla, solo por su grupo.  (sesión 83)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palabra «aporofobia» la creó la filósofa Adela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Cortina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83)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diferencia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ser distintos en algo; una desigualdad es tener menos derechos u oportunidades por ser de un grupo.  (sesión 79)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Piensa en algo que hace dos años llevaba o hacía todo el mundo y que hoy ya «no se lleva».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¿Por qué gustaba entonces? ¿Qué ha cambiado: la cosa o el grupo?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Moda e identidad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MODA E IDENTIDAD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Moda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una forma de vestir, hablar o hacer que se extiende en un grupo durante un tiempo y luego cambia.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solo ropa: música, bailes, palabras, apps, cortes de pelo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Dura un tiempo: lo que hoy se lleva, mañana «ya no»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Dice algo de ti: es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señal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identidad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Identidad: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quién eres y de qué grupos te sientes parte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MODA E IDENTIDAD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Pertenecer y distinguirse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sociólogo Georg Simmel (1905) vio que la moda junta dos ganas opuestas: parecerse a los demás y distinguirse.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Pertenecer: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vestir como mi cuadrilla para ser «de los nuestros»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Distinguirse: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ser diferente de otros grupos o del resto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Cuando todos la llevan, ya no distingue… y llega otra moda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MODA E IDENTIDAD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Presiones y roles en la moda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La moda puede ser un juego. También puede apretar: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Burlas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quien no lleva la marca o el estilo «que toca»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Gasto: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pedir lo que la familia no puede pagar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Cuerpos retocados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 fotos y anuncios: nadie es así de verdad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Roles: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«esto es de chicos», «esto es de chicas»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Publicidad e influencers también empujan: lo vimos en las sesiones 50 y 51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sudadera de la cuadrilla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Toda la cuadrilla de una chica lleva la misma sudadera. A ella no le encanta, pero la pide para su cumpleaños.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 la quiere? No por la sudadera: por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pertenecer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al grupo.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Querer pertenecer es muy humano. No es un error ni una tontería.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pregunta crítica: ¿la quiero por lo que es o por lo que dice de mí?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seguir una moda puede estar bien. Lo importante es saber por qué la sigo.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«Si todos las llevan, serán las mejores»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va a correr la carrera del instituto con unas zapatillas de moda: «Las lleva todo el mundo, así que serán las mejores para correr».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prueba social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(sesión 9): copiar a los demás cuando no sabemos qué hacer.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moda dice qué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se lleva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no qué es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bueno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para correr.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sabe? Mejor preguntar a alguien que corre o buscar pruebas.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que algo esté de moda es una pista de que gusta, no de que funcione.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¿El rosa es de chicas?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dice: «El rosa siempre ha sido de chicas y el azul, de chicos. Es natural».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sabe? Mira a su alrededor y generaliza (sesión 25).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historiadora Jo Paoletti cuenta que hace unos cien años algunas tiendas de EE. UU. recomendaban rosa para niños.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azul para niñas. Los colores «de chico» y «de chica» han cambiado con el tiempo.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muchos roles de la moda son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costumbres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no naturaleza. Cada uno puede vestir como quiera.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«Yo no sigo modas»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viste siempre de negro, como los fans de su grupo de música favorito. «Yo no sigo modas: los que las siguen son borregos», dice.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¿Está ese chico fuera de las modas?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no lleva lo que lleva la mayoría.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viste igual que los fans de su grupo: también se parece a alguien.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la otra cara de Simmel: distinguirse de unos es parecerse a otros. Y llamar «borregos» a todos es un estereotipo.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ir contra una moda también puede ser seguir la moda de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otro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grupo. Nadie está del todo fuera.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moda junta dos ganas: pertenecer a un grupo y distinguirse de otros.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Que algo esté de moda dice que gusta, no que sea bueno ni verdad.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Muchos roles de la moda son costumbres que cambian; la ropa no es la persona entera.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Por qué seguimos las modas: imitar al grupo y distinguirse de otros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con más ejemplos cómo la moda junta las ganas de pertenecer y de distinguirse.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