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32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una fuente fiable?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Ninguna fuente es fiable para todo: miramos quién lo dice, cómo lo sabe, qué gana y cómo ha acertado antes.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Sentirse seguro es un ______, no una razón.  (sesión 31)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caso del reloj parado muestra que la definición de saber no es ______.  (sesión 31)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pendiente resbaladiza: ¿por qué un ______ lleva seguro al siguiente?  (sesión 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Sentirse seguro es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sentimiento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una razón.  (sesión 31)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caso del reloj parado muestra que la definición de saber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perfecta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pendiente resbaladiza: ¿por qué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paso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lleva seguro al siguiente?  (sesión 27)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Tres mensajes dicen que mañana cierra el metro: uno de un amigo, otro de una cuenta sin nombre y otro de la web oficial del metro.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¿A cuál harías más caso? ¿Por qué?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una fuente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Fuente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fuente es de donde sale una información: una persona, un medio, una web, un libro.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 original: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quien lo vio, lo midió o lo decidió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segunda mano: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quien lo cuenta después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Cuanto más lejos del original, más fácil que cambie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 a una fuente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miro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¿Quién lo dice?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¿Tiene nombre? ¿Sabe del 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¿Cómo lo sabe?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¿Lo vio, lo midió o lo copió?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¿Qué gana?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¿Dinero, visitas, votos, fama?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Señales de una fuente (pistas, no pruebas)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Señales de alerta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Sin autor ni fecha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dice de dónde saca los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Quiere que compres, votes o compartas ya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Señales a favor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Autor con nombre y oficio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Enlaza a sus fuentes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 acertado otras veces en ese tema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Corrige sus errores en público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metro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Tres mensajes dicen que mañana cierra el metro: uno de un amigo, otro de una cuenta sin nombre y otro de la web oficial del metro.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amigo: es de segunda mano. ¿Dónde lo leyó?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cuenta sin nombre: no sé quién es ni cómo lo sabe.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web oficial: es la fuente original, porque el metro es quien decide si cierra.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hago caso a la web oficial. Si no dice nada, espero antes de creérmelo.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ola de calor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busca información sobre una ola de calor. Encuentra un blog sin autor y una noticia de un periódico con datos de la Agencia Estatal de Meteorología.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El blog, no lo sé. El periódico tiene nombre y periodista.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El periódico cita a la Agencia de Meteorología, que mide las temperaturas.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Mejor aún: puedo ir a la web de la Agencia, la fuente original.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para este dato, el periódico es mejor fuente que el blog, y la Agencia mejor que los 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web de la marca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web dice que una bebida energética «mejora las notas». La web es de la marca que la vende.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La propia marca.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No cita ningún estudio.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gana? Vender más: tiene un interés claro.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para este tema, no es una fuente fiable. Busco qué dicen médicos o nutricionistas que no la vendan.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periódico que se equivocó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periódico serio publica que un jugador del Athletic ficha por otro equipo. Al día siguiente escribe: «Nos equivocamos: no es verdad».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ha equivocado. ¿Entonces ya no es una fuente fiable?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Todos los medios se equivocan alguna vez, también los mejores.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Este ha corregido rápido y en público: eso es una señal a favor.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cuenta que nunca corrige nada no es mejor: solo esconde sus errores.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fiable no 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infalible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(que nunca falla). Es quien suele acertar y corrige cuando falla.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fuente es de donde sale una información; la original suele valer 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Pregunta siempre: ¿quién lo dice?, ¿cómo lo sabe?, ¿qué gana?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Fiable no es infalible: es quien suele acertar y corrige sus errores.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saber si una fuente de información es fiable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las mismas preguntas (quién, cómo lo sabe, qué gana) con otros ejemplos.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