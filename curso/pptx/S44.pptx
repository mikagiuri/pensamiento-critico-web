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 de confirmación explicado» · «tarea 2 4 6 Wason»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44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sesgo de confirmación es buscar, recordar y creer solo lo que nos da la razón, y olvidar lo que nos la quita.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______,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atajo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Maialen cree que el número 7 le da suerte. Se acuerda de todas las veces que ganó con él.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¿Y las veces que perdió? ¿Se acordará de ellas?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Ver solo lo que nos da la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tendencia a fijarnos solo en lo que confirma lo que ya creemos.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por bueno, apoyar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Recordamos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mejor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Interpretamos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datos dudosos a nuestro favor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confirmar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Buscar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veo vídeos que dicen que mi equipo es el mejor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Recordar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 acuerdo del día que el horóscopo acertó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Interpretar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Falta contra el Athletic: «¡robo!». A favor: «era clarísima»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entendimiento humano, cuando ha adoptado una opinión, atrae todo lo demás para apoyarla y hacerla concordar con ella.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Francis Bacon, Novum Organum (1620)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número de la suerte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juega con el 7 en todo. «Siempre me trae suerte: el sábado gané con él a las cartas».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qué se acuerda? De las veces que ganó con el 7.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de las que perdió? No las cuenta: no confirman su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saberlo tendría que apuntar todas las partidas, las buenas y las malas.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confirmación. Solo recuerda los aciertos.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búsqueda en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cree que las bebidas energéticas le ayudan a estudiar. Busca: «beneficios de las bebidas energéticas para estudiar».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ya lleva la respuesta: solo pide beneficios.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Encontrará páginas que le dan la razón y se quedará tranquilo.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búsqueda más justa: «bebidas energéticas y estudio: ventajas y riesgos».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 al buscar. Hay que buscar también lo que me puede quitar la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tarea 2-4-6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Peter Wason (1960): «La serie 2-4-6 cumple una regla secreta. Propón otras series y te digo si la cumplen».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Mucha gente prueba 8-10-12, 20-22-24… Todas cumplen. «¡La regla es sumar 2!».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regla era más sencilla: «tres números que van subiendo».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Pocos probaron series que pudieran fallar, como 6-4-2 o 1-5-100.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buscamos ejemplos que confirman nuestra idea. Es mejor buscar contraejemplos, como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¿Cerrado o bien informado?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cree que fumar es malo para la salud. Ve un vídeo, sin ninguna fuente, que dice lo contrario. No le hace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acepta lo que le da la razón… ¿es sesgo de confirmación?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rechaza lo que le quita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mira las pruebas: su idea tiene miles de estudios detrás; el vídeo, ninguna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sesgo es tratar peor una prueba solo porque me quita la razón. Aquí la prueba es mala.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cambiar de opinión por una mala razón no es un sesgo. Sí lo sería ignorar una buena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frenarlo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FRENARLO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frenos al sesgo de confirmación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«¿qué me haría cambiar de opinión?»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a propósito lo que dice lo contrario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Apuntar los aciertos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fallos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Escuchar a quien piensa distinto sin preparar la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sesgo de confirmación es fijarnos solo en lo que nos da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Buscamos, recordamos e interpretamos a favor de lo que ya creemos.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frenarlo, busca a propósito lo que podría quitarte la razón.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sesgo de confirmación y la tarea 2-4-6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gente real intentando adivinar la regla del 2-4-6 y cayendo en el sesgo.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