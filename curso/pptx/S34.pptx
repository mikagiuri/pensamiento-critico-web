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52000" y="380000"/>
            <a:ext cx="9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80"/>
              </a:spcAft>
            </a:pPr>
            <a:r>
              <a:rPr sz="4400" b="0">
                <a:solidFill>
                  <a:srgbClr val="1F2A44"/>
                </a:solidFill>
                <a:latin typeface="Nunito Sans"/>
              </a:rPr>
              <a:t>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05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85"/>
              </a:spcAft>
            </a:pPr>
            <a:r>
              <a:rPr sz="1300" b="1">
                <a:solidFill>
                  <a:srgbClr val="E8793A"/>
                </a:solidFill>
                <a:latin typeface="Nunito Sans"/>
              </a:rPr>
              <a:t>PENSAMIENTO CRÍTICO · SESIÓN 34 · UNIDAD 6 · INFORMACIÓN Y FUENTES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55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50"/>
              </a:spcAft>
            </a:pPr>
            <a:r>
              <a:rPr sz="5000" b="1">
                <a:solidFill>
                  <a:srgbClr val="1F2A44"/>
                </a:solidFill>
                <a:latin typeface="Fredoka"/>
              </a:rPr>
              <a:t>Bulos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4A5568"/>
                </a:solidFill>
                <a:latin typeface="Nunito Sans"/>
              </a:rPr>
              <a:t>Un bulo es una mentira que se hace pasar por noticia; alguien lo fabrica para engañar y lo compartimos porque nos emociona.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Escribe en tu hoja las palabras que faltan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Una palabra ______ en el titular no basta para decir que es clickbait.  (sesión 33)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Muchas webs ganan ______ con cada clic y cada anuncio.  (sesión 33)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El razonamiento circular da vueltas en ______ y no avanza.  (sesión 29)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Corrige con otro color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Una palabra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llamativa</a:t>
            </a:r>
            <a:r>
              <a:rPr sz="2600" b="0">
                <a:solidFill>
                  <a:srgbClr val="1F2A44"/>
                </a:solidFill>
                <a:latin typeface="Nunito Sans"/>
              </a:rPr>
              <a:t> en el titular no basta para decir que es clickbait.  (sesión 33)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Muchas webs ganan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dinero</a:t>
            </a:r>
            <a:r>
              <a:rPr sz="2600" b="0">
                <a:solidFill>
                  <a:srgbClr val="1F2A44"/>
                </a:solidFill>
                <a:latin typeface="Nunito Sans"/>
              </a:rPr>
              <a:t> con cada clic y cada anuncio.  (sesión 33)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El razonamiento circular da vueltas en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círculo</a:t>
            </a:r>
            <a:r>
              <a:rPr sz="2600" b="0">
                <a:solidFill>
                  <a:srgbClr val="1F2A44"/>
                </a:solidFill>
                <a:latin typeface="Nunito Sans"/>
              </a:rPr>
              <a:t> y no avanza.  (sesión 29)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PARA EMPEZAR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00" y="1300000"/>
            <a:ext cx="90000" cy="2400000"/>
          </a:xfrm>
          <a:prstGeom prst="rect">
            <a:avLst/>
          </a:prstGeom>
          <a:solidFill>
            <a:srgbClr val="E8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0000" y="1300000"/>
            <a:ext cx="10612000" cy="2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530"/>
              </a:spcAft>
            </a:pPr>
            <a:r>
              <a:rPr sz="3400" b="1">
                <a:solidFill>
                  <a:srgbClr val="1F2A44"/>
                </a:solidFill>
                <a:latin typeface="Nunito Sans"/>
              </a:rPr>
              <a:t>«¡Urgente! Mañana cortan el agua en todo Bilbao durante tres días. Reenvía a todos tus grupos.»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¿Qué te hace sospechar de este mensaje?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Cómo se fabrica un bulo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CÓMO SE FABRICA UN BULO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Bulo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Un bulo es una mentira que se hace pasar por noticia verdadera para engañar.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No es un error: alguien lo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inventa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a propósito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Busca dinero, fama, hacer daño o reírse de otros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Se extiende por WhatsApp, TikTok y otras redes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CÓMO SE FABRICA UN BULO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Ingredientes de un bulo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650000"/>
            <a:ext cx="10912000" cy="48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Urgencia: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«¡Última hora!», «¡Compártelo ya!»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Emoción fuerte: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miedo, enfado o pena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Fuente vaga: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«un amigo policía», «lo dice un médico»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Sin fecha ni lugar exacto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Imagen llamativa</a:t>
            </a:r>
            <a:r>
              <a:rPr sz="2800" b="0">
                <a:solidFill>
                  <a:srgbClr val="1F2A44"/>
                </a:solidFill>
                <a:latin typeface="Nunito Sans"/>
              </a:rPr>
              <a:t>, a veces de otro sitio o de otro momento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Por qué se comparten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POR QUÉ SE COMPARTEN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¿Por qué compartimos bulos?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1F2A44"/>
                </a:solidFill>
                <a:latin typeface="Nunito Sans"/>
              </a:rPr>
              <a:t>Los bulos no se mueven solos: los movemos las personas.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Nos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emocionan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y queremos avisar a los demás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Lo manda alguien de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confianza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Encaja con lo que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ya pensábamos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Compartir es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muy fácil</a:t>
            </a:r>
            <a:r>
              <a:rPr sz="2800" b="0">
                <a:solidFill>
                  <a:srgbClr val="1F2A44"/>
                </a:solidFill>
                <a:latin typeface="Nunito Sans"/>
              </a:rPr>
              <a:t>: un solo clic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En Twitter, las noticias falsas se compartían más y más rápido (MIT, 2018)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POR QUÉ SE COMPARTEN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Posverdad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Hablamos de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posverdad</a:t>
            </a:r>
            <a:r>
              <a:rPr sz="2800" b="1">
                <a:solidFill>
                  <a:srgbClr val="1F2A44"/>
                </a:solidFill>
                <a:latin typeface="Nunito Sans"/>
              </a:rPr>
              <a:t> cuando la emoción y lo que ya creemos pesan más que los hechos.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Un bulo triunfa si nos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emociona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o nos da la razón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Que un mensaje nos guste no lo hace verdadero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Para pensar: si comparto un bulo sin saberlo, ¿tengo alguna responsabilidad?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POR QUÉ SE COMPARTEN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1 · El corte de agua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«¡Urgente! Mañana cortan el agua en todo Bilbao durante tres días. Reenvía a todos tus grupos.»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Ingredientes: urgencia («¡Urgente!») y petición de reenviar.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¿Quién lo dice? Nadie: no hay fuente.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¿Dónde lo compruebo? En la web del Ayuntamiento o de la empresa del agua.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tiene cara de bulo. No lo reenvío hasta comprobarlo.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POR QUÉ SE COMPARTEN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2 · El «amigo policía»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Audio de WhatsApp: «Mi cuñado es policía y dice que están raptando a chicos en los centros comerciales de Bizkaia».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Fuente vaga: un cuñado sin nombre.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Emoción fuerte: miedo, mucho miedo.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¿Lo cuentan la policía o los medios serios? No.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tiene todas las señales de un bulo. No lo reenvío; si me preocupa, se lo cuento a un adulto.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POR QUÉ SE COMPARTEN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3 · La foto de la inundación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Una foto real de una calle inundada, con el texto «Bilbao, ayer». La foto es de otro país y de hace cinco años.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¿La foto es falsa? No: la inundación pasó de verdad.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¿Qué es falso? El lugar y la fecha.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Es el bulo más fácil de fabricar: no hay que inventar la imagen.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una foto verdadera con un contexto falso también es un bulo.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C9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1F2A44"/>
                </a:solidFill>
                <a:latin typeface="Nunito Sans"/>
              </a:rPr>
              <a:t>CASO TRAMPA · BLOQUE 2 · POR QUÉ SE COMPARTEN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⚠ El aviso de emergencias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Mensaje: «¡Alerta roja por lluvias! No bajes al garaje ni cojas el coche. Pásalo a tu familia». Lo firma el servicio oficial de emergencias. (Ejemplo inventado.)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Urgencia, miedo y «pásalo»: ¿es un bulo?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Tiene ingredientes de bulo: urgencia, miedo y petición de reenviar.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Pero miro la fuente: sale en la web oficial de emergencias y en los medios serios.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Los avisos de verdad también son urgentes: a veces hay prisa de verdad.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5.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los ingredientes son señales para sospechar, no </a:t>
            </a:r>
            <a:r>
              <a:rPr sz="2400" b="1">
                <a:solidFill>
                  <a:srgbClr val="1F2A44"/>
                </a:solidFill>
                <a:latin typeface="Nunito Sans"/>
              </a:rPr>
              <a:t>pruebas</a:t>
            </a:r>
            <a:r>
              <a:rPr sz="2400" b="0">
                <a:solidFill>
                  <a:srgbClr val="1F2A44"/>
                </a:solidFill>
                <a:latin typeface="Nunito Sans"/>
              </a:rPr>
              <a:t>. Lo que decide es comprobar la fuente.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Escríbelo tú primero, sin mirar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Dos minutos. Después lo comparamos.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300000"/>
            <a:ext cx="109120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Un bulo es una mentira inventada que se hace pasar por noticia.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Sus señales: urgencia, emoción fuerte, fuente vaga y sin fechas; son pistas, no pruebas.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Lo compartimos porque nos emociona: antes de reenviar, para y comprueba.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VÍDEO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20"/>
              </a:spcAft>
            </a:pPr>
            <a:r>
              <a:rPr sz="3600" b="1">
                <a:solidFill>
                  <a:srgbClr val="FBF7EF"/>
                </a:solidFill>
                <a:latin typeface="Fredoka"/>
              </a:rPr>
              <a:t>Qué es un bulo y por qué se extiende tan rápido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2200000"/>
            <a:ext cx="109120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C9D3E6"/>
                </a:solidFill>
                <a:latin typeface="Nunito Sans"/>
              </a:rPr>
              <a:t>Que vean ejemplos reales de bulos y los ingredientes que los hacen tan fáciles de compartir.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AHORA, LA HOJA DEL DÍA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FBF7EF"/>
                </a:solidFill>
                <a:latin typeface="Fredoka"/>
              </a:rPr>
              <a:t>20 minutos · individual · en silencio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0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1 · Todos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0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6 puntos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4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94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2 · Repaso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4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puntos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8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98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3 · Reto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8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puntos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00" y="42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C9D3E6"/>
                </a:solidFill>
                <a:latin typeface="Nunito Sans"/>
              </a:rPr>
              <a:t>1.ª pasada: sin apuntes, con bolígrafo. 2.ª pasada: con los apuntes, en otro color. Marca «seguro» o «dudo» en cada respuesta.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