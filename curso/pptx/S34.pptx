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Buscar: «lectura lateral verificar información» · «búsqueda inversa de imágenes cómo se hace»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42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1F2A44"/>
                </a:solidFill>
                <a:latin typeface="Nunito Sans"/>
              </a:rPr>
              <a:t>🦉 Aula de Filosofía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34 · UNIDAD 6 · INFORMACIÓN Y FUENTES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Verificar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Para verificar, sal de la página y mira qué dicen otros (lectura lateral), mira la fecha y busca el origen de la imagen.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Los ingredientes de un bulo son señales para sospechar, no ______.  (sesión 33)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Ingredientes de un bulo: ______, emoción fuerte y fuente vaga.  (sesión 33)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Hoy un experimento como el de Milgram no estaría ______.  (sesión 29)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Los ingredientes de un bulo son señales para sospechar, no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pruebas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33)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Ingredientes de un bulo: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urgencia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, emoción fuerte y fuente vaga.  (sesión 33)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Hoy un experimento como el de Milgram no estaría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permitido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29)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Una web muy profesional, con logo bonito y muchas gráficas, dice que el wifi del instituto daña el cerebro.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¿Cómo sabrías si esa web es de fiar sin leértela entera?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Tres pasos para verificar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TRES PASOS PARA VERIFICAR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Verificar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Verificar es comprobar si una información es verdad antes de creerla o compartirla.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No hace falta ser experto: hay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pasos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sencillos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Paso 1: lectura lateral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Paso 2: la fecha. Paso 3: el origen de la imagen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TRES PASOS PARA VERIFICAR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Lectura lateral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Salir de la página y buscar en otras qué dicen de ella y de lo que cuenta.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Abre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otras pestañas</a:t>
            </a:r>
            <a:r>
              <a:rPr sz="2800" b="0">
                <a:solidFill>
                  <a:srgbClr val="1F2A44"/>
                </a:solidFill>
                <a:latin typeface="Nunito Sans"/>
              </a:rPr>
              <a:t>: busca el nombre de la web o del autor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¿Qué dicen de ella medios serios o verificadores?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¿Otras fuentes serias cuentan lo mismo?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Así trabajan los verificadores profesionales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TRES PASOS PARA VERIFICAR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Leer en vertical o en lateral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En vertical (me quedo dentro)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Me fío por el diseño bonito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Leo el «Quiénes somos» de la propia web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Solo miro lo que la página quiere que vea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En lateral (salgo fuera)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Busco qué dicen otros de esa web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Compruebo si otras fuentes cuentan lo mismo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dos minutos sé mucho más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TRES PASOS PARA VERIFICAR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La fecha y el origen de la imagen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Fecha: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una noticia vieja compartida hoy parece nueva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Mira cuándo se publicó, no cuándo te llegó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Imagen: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haz una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búsqueda inversa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(por ejemplo, con Google Lens)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Puede enseñarte dónde apareció antes esa foto (no siempre la encuentra)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La web del wifi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La web profesional dice que el wifi del instituto daña el cerebro. Imagina que buscas su nombre en otra pestaña.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Lectura lateral: descubres que la web vende aparatos «contra las ondas».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dicen los organismos de salud? No han encontrado daño con los niveles normales del wifi.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 web tiene un interés y va contra el consenso (sesión 26).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el diseño bonito no era una razón. No me lo creo.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La nieve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A Dylan le llega: «¡Suspendidas las clases en Bizkaia por la nieve!». Nieva un poco y parece verdad.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Mira la fecha de la noticia: es de hace varios años.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Alguien la ha vuelto a compartir hoy.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¿Lo dice hoy el Departamento de Educación o el instituto? No.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noticia vieja, no nueva. Mañana hay clase.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3 · El tiburón en la autopista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Después de muchas grandes tormentas circula la misma foto: un tiburón nadando por una autopista inundada.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Hago una búsqueda inversa de la imagen.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Aparece en tormentas de distintos países, desde hace más de diez años.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Los verificadores explican que es un montaje: el tiburón viene de otra foto.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imagen falsa. La búsqueda inversa lo descubre en un minuto.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La búsqueda que no encuentra nada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Chen hace una búsqueda inversa de una foto de una manifestación en Bilbao. No aparece en ningún otro sitio. «Entonces es real y de hoy», piensa.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Si no aparece antes en internet, ¿está comprobado que es auténtica?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 búsqueda inversa solo encuentra fotos que ya están en internet.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Una foto nueva, recortada o hecha con inteligencia artificial puede no salir.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No encontrar nada no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prueba</a:t>
            </a:r>
            <a:r>
              <a:rPr sz="2400" b="0">
                <a:solidFill>
                  <a:srgbClr val="1F2A44"/>
                </a:solidFill>
                <a:latin typeface="Nunito Sans"/>
              </a:rPr>
              <a:t> nada: ni que sea verdad ni que sea mentira.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verificar no siempre da respuesta. A veces lo honesto es «todavía no lo sé» y esperar.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Verificar es comprobar antes de creer o compartir.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La lectura lateral es salir de la página y mirar qué dicen otros.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Mira la fecha y el origen de la imagen; si no encuentras nada, espera.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Lectura lateral y búsqueda inversa de imágenes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Que vean en pantalla cómo se hace la lectura lateral y una búsqueda inversa, paso a paso.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