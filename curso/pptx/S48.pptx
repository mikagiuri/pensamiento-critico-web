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48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los sesgos: atajos mentales, confirmación, efecto halo, anclaje, encuadre y exceso de confianza.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______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______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es el mejor mecánico: tiene cara de listo. Y sé que tengo razón, porque todo lo que leo me la da.»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sesgos ves en estas dos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 (sesión 43)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En pocas palabras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 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Forma rápida de decidir; casi siempre acierta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Sesgo cognitivo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Error que se repite de forma predecible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rápido y pensar despacio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 / 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cinco sesgos de la unidad (sesiones 44-47)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y recordar solo lo que me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juzgar a alguien entero por un solo rasgo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Anclaje: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primer número me sirve de referencia sin querer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forma de decir un dato cambia mi decisión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Exceso de confianza: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creer que sé más de lo que sé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Una pregunta para frenar cada sesgo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Confirmación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me haría cambiar de opinión?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sé de verdad, aparte de este rasgo?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Anclaje y encuadre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¿Y sin el primer número? ¿Y dicho al revés?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Exceso de confianza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¿Puedo explicarlo sin mirar?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primer principio es que no debes engañarte a ti mismo, y tú eres la persona más fácil de engañar.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Richard Feynman, discurso en Caltech (1974)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lo mezclan todo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compra del móvil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ve un móvil «antes 600 €, ahora 350 €» que anuncia su youtuber favorito. Lee solo opiniones buenas y dice: «Sé mucho de móviles; es la mejor compra».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Anclaje: «antes 600 €» hace que 350 €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Halo: le cae bien el youtuber, así que se fía del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Confirmación: solo lee opiniones buenas. Exceso de confianza: «sé mucho de móviles».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sesgos a la vez. Frena, compara precios y lee también las opiniones malas.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es un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quería unas zapatillas desde hace meses. Ve «antes 100 €, ahora 60 €». Ha mirado en tres tiendas: en todas cuestan 100 €.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un «antes» y un «ahora»… ¿ha caído en el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anclaje: el «antes 100 €» hace que 60 €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comprobado el precio real en otras tiendas: la rebaja es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compra por la oferta: las quería desde hace meses.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 una técnica no basta para decir que hay sesgo. La pregunta es: ¿he pensado con razones?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sesgos son errores que se repiten de forma predecible; suelen venir de atajos útiles.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Confirmación, halo, anclaje, encuadre y exceso de confianza nos pasan a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frenarlos: pensar despacio, buscar lo contrario y ponerse a prueba.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