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31 · UNIDAD 6 · INFORMACIÓN Y FUENTES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Creer, saber y estar seguro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Sentirse seguro no es lo mismo que saber. Solemos decir que alguien sabe algo cuando lo cree, es verdad y tiene buenas razones.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generalización apresurada pasa de pocos casos a «______».  (sesión 30)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causa falsa confunde «después de» con «por ______ de».  (sesión 30)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una falacia, las razones no sostienen la ______.  (sesión 19)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generalización apresurada pasa de pocos casos a «</a:t>
            </a:r>
            <a:r>
              <a:rPr sz="2600" b="1">
                <a:solidFill>
                  <a:srgbClr val="1F2A44"/>
                </a:solidFill>
                <a:latin typeface="Nunito Sans"/>
              </a:rPr>
              <a:t>todos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».  (sesión 30)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causa falsa confunde «después de» con «por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culpa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de».  (sesión 30)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una falacia, las razones no sostienen 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conclusión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19)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chico está segurísimo de que dejó las llaves en la mochila. Las busca… y no están.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¿Ese chico sabía dónde estaban las llaves, o solo lo creía?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Tres palabras que se confunden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PALABRAS QUE SE CONFUNDEN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Creer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Creer es pensar que algo 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verdad</a:t>
            </a:r>
            <a:r>
              <a:rPr sz="2800" b="1">
                <a:solidFill>
                  <a:srgbClr val="1F2A44"/>
                </a:solidFill>
                <a:latin typeface="Nunito Sans"/>
              </a:rPr>
              <a:t>. Lo que creo puede ser verdad… o 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«Creo que mañana lloverá»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Todos creemos muchas cosas sin comprobarlas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Creer no es malo: lo malo es no revisar nunca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PALABRAS QUE SE CONFUNDEN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Saber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Solemos decir que alguien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sabe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algo cuando lo cree, es verdad y tiene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buenas razones</a:t>
            </a:r>
            <a:r>
              <a:rPr sz="2800" b="1">
                <a:solidFill>
                  <a:srgbClr val="1F2A44"/>
                </a:solidFill>
                <a:latin typeface="Nunito San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Si era falso, no lo sabía: solo lo creía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Si acierto por suerte, tampoco lo sé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Los filósofos llevan siglos discutiendo esta definición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PALABRAS QUE SE CONFUNDEN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Estar seguro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Sentirse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seguro es un sentimiento: la sensación de que no me equivoco.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Me puedo sentir seguro y estar equivocado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El sentimiento, solo, no es una razón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Estar seguro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 razones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es otra cosa: «lo he comprobado»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PALABRAS QUE SE CONFUNDEN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Las tres palabras, juntas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Palabra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¿Puede fallar?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Creer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Pensar que algo es verdad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Saber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Creer algo verdadero con buenas razones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No: si falla, no era saber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Sentirse seguro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 sentimiento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Sí, muchas veces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Las llaves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está segurísimo: «Las llaves están en la mochila». No están. Al final aparecen en la mesa de la cocina.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¿Estaba seguro? Sí, muchísimo.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¿Era verdad lo que creía? No: estaban en la cocina.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Entonces, ¿lo sabía? No. Solo lo creía, y con mucha fuerza.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sentirse seguro no es lo mismo que saber.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Acertar por suerte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no ha estudiado. En una pregunta de test elige la b) al azar… y acierta.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¿Su respuesta es verdadera? Sí.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¿Tenía razones para elegir la b)? No: la eligió al azar.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¿Sabía la respuesta? No: acertó por suerte.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para saber no basta con acertar. Hacen falta buenas razones.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Saber de verdad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dice: «El agua hierve a 100 grados a nivel del mar». Lo explicaron en clase y ella lo midió en el laboratorio.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verdad? Sí: es un dato muy comprobado.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¿Tiene buenas razones? Sí: se lo explicaron y lo midió ella misma.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esa chica lo sabe. Es verdad y tiene buenas razones.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El reloj parado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mira el reloj del pasillo: marca las 10:15. Son las 10:15. Pero el reloj está parado desde ayer a las 10:15.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¿Sabe esa chica qué hora es?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¿Lo cree? Sí. ¿Es verdad? Sí: son las 10:15.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¿Tiene una razón? Sí: los relojes del pasillo suelen funcionar.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Y aun así acierta por suerte: el reloj no funciona.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definición de saber no es perfecta. Los filósofos lo siguen discutiendo.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Creer es pensar que algo es verdad, y puede fallar.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Solemos decir que saber es creer algo verdadero con buenas razones, aunque hay casos difíciles.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Sentirse seguro es un sentimiento: me puedo sentir seguro y estar equivocado.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Diferencia entre creer y saber (el conocimiento como creencia verdadera con buenas razones)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Oír otra vez, con otras palabras, que saber necesita verdad y buenas razones, no solo seguridad.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