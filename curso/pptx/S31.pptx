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«cómo saber si una fuente es fiable» · «evaluar fuentes de información internet»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31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fuente fiable?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Ninguna fuente es fiable para todo: miramos quién lo dice, cómo lo sabe, qué gana y cómo ha acertado antes.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______,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______;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consenso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conformidad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¿A cuál harías más caso?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fuente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fuente es de donde sale una información: una persona, un medio, una web, un libro.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original: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vio, lo midió o lo decidió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segunda mano: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cuenta después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Cuanto más lejos del original, más fácil que cambie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una fuente (pistas, no pruebas)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Señales de alerta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Sin autor ni fecha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dice de dónde saca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compres, votes o compartas ya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Señales a favor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Autor con nombre y oficio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Enlaza a sus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 acertado otras veces en ese tema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Corrige sus errores en público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metro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amigo: es de segunda mano. ¿Dónde lo leyó?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cuenta sin nombre: no sé quién es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oficial: es la fuente original, porque el metro es quien decide si cierra.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hago caso a la web oficial. Si no dice nada, espero antes de creérmelo.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ola de calor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busca información sobre una ola de calor. Encuentra un blog sin autor y una noticia de un periódico con datos de la Agencia Estatal de Meteorología.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El blog, no lo sé. El periódico tiene nombre y periodista.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El periódico cita a la Agencia de Meteorología, que mide las temperaturas.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Mejor aún: puedo ir a la web de la Agencia, la fuente original.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dato, el periódico es mejor fuente que el blog, y la Agencia mejor que los 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web de la marca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web dice que una bebida energética «mejora las notas». La web es de la marca que la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La propia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No cita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gana? Vender más: tiene un interés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tema, no es una fuente fiable. Busco qué dicen médicos o nutricionistas que no la vendan.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periódico que se equivocó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periódico serio publica que un jugador del Athletic ficha por otro equipo. Al día siguiente escribe: «Nos equivocamos: no es verdad».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equivocado. ¿Entonces ya no es una fuente fiable?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Todos los medios se equivocan alguna vez, también los mejores.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Este ha corregido rápido y en público: eso es una señal a favor.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cuenta que nunca corrige nada no es mejor: solo esconde sus errores.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fiable no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infalible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(que nunca falla). Es quien suele acertar y corrige cuando falla.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fuente es de donde sale una información; la original suele valer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 siempre: ¿quién lo dice?, ¿cómo lo sabe?, ¿qué gana?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Fiable no es infalible: es quien suele acertar y corrige sus errores.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una fuente de información es fiable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las mismas preguntas (quién, cómo lo sabe, qué gana) con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