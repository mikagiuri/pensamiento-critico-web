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54 · UNIDAD 9 · PERSUASIÓN Y MANIPULACIÓN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cómo intentan persuadirnos: manipulación, técnicas de la publicidad, influencers, diseño que engancha y algoritmos.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 los algoritmos, recuerda: mi ______ no es el mundo.  (sesión 53)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te enseña más de lo que te ______.  (sesión 53)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sesgo cognitivo es un error de pensamiento que se repite de forma ______.  (sesión 49)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 los algoritmos, recuerda: mi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pantalla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no es el mundo.  (sesión 53)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te enseña más de lo que te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engancha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sesgo cognitivo es un error de pensamiento que se repite de forma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predecible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día cualquiera: una oferta «solo hoy», un influencer con código de descuento, una notificación, un vídeo detrás de otro.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¿Cuántas veces intentan persuadirte antes de llegar al instituto?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4 · Convencer y manipular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Manipular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Esquiva tu juicio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Mete prisa y esconde datos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Usa la emoción en lugar de razones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Convencer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 deja tiempo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Puedes comprobarlo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Puede emocionar y ser honesto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50 · Técnicas de la publicidad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Técnica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Urgencia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mete prisa con el tiempo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«Solo hasta medianoche»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Escasez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hace creer que se acaba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«Quedan 3 unidades»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Simpatía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Usa a alguien que te cae bien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futbolista sonriente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Pertenencia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promete formar parte del grupo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«Todos ya lo tienen»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51 · Influencers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Recomendar no es vender: ¿le paga o le regala algo una marca?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Publicidad encubierta: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 anuncio disfrazado de opinión personal.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España no se puede esconder: se avisa con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#publi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o «publicidad».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marca compra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autenticidad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del influencer.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52 · Diseño que engancha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Scroll infinito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quita el momento de parar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Notificaciones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llaman para volver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Cajas de botín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Pagas sin saber qué te toca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Recompensa variable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siguiente puede ser el bueno»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53 · Algoritmos y burbujas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algoritmo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te enseña sobre todo lo que te engancha. En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burbuja de filtros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acabas viendo solo lo que ya piensas.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busca la verdad: busca que sigas mirando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burbuja también la hacen mis elecciones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 pantalla no es el mundo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que mezclan ideas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QUE MEZCLAN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Todo junto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streamer anuncia un juego sin #publi: «¡Hoy cajas gratis! Solo 24 horas». Ese día, el algoritmo te enseña su vídeo diez veces.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Influencer sin identificar el anuncio: posible publicidad encubierta.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«Solo 24 horas»: urgencia. Las cajas: recompensa variable.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algoritmo repite el vídeo porque engancha, no porque el juego sea bueno.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muchos trucos y pocas razones. Espero, busco #publi y comparo.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QUE MEZCLAN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¿Todo anuncio manipula?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influencer pone #publi bien visible. Enseña unos auriculares, dice el precio y cuenta también lo que no le gusta: la batería dura poco.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 anuncio pagado… ¿entonces te está manipulando?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publicidad, sí: le paga una marca.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lo dice claro, da datos y cuenta lo malo. No me mete prisa.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Convencer es dar razones que puedo comprobar. Eso es lo que hace.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anuncio honesto no es manipulación. Lo miro como anuncio y decido yo.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Convencer da razones; manipular esquiva tu juicio o esconde información. Emocionar no es manipular.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publicidad, los influencers y el diseño de las apps usan trucos para que decidas rápido.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algoritmo elige lo que ves: tu pantalla no es el mundo.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