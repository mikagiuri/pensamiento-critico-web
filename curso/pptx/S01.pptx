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«pensamiento crítico qué es» · «TED-Ed pensamiento crítico español»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 · UNIDAD 1 · PENSAR, CREER Y SABER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¿Qué es pensar críticamente?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Pensar críticamente no es criticar ni desconfiar de todo: es pedir y dar razones.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«Mañana no hay clase. Lo ha dicho mi primo, que lo ha leído en un grupo de WhatsApp.»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¿Te lo crees? ¿Qué necesitarías saber para creértelo?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pensar críticamente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PENSAR CRÍTICAMENTE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Pensar críticamente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no aceptar ni rechazar una idea sin mirar antes sus razones.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Pedir razones: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«¿por qué?», «¿cómo lo sabes?»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Dar razones: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«lo creo porque…»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Cambiar de opinión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si aparecen razones mejores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PENSAR CRÍTICAMENTE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 que es y lo que no 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Criticar todo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Llevar siempre la contraria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Desconfiar de todo el mundo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Creerse más listo que nadie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Sí 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Preguntar «¿cómo lo sabes?»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Mirar las razones antes de decidir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Aceptar lo que está bien apoyado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Reconocer cuándo me he equivocado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PENSAR CRÍTICAMENTE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actitudes ante el mensaje de WhatsApp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Actitud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hace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diría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El crédulo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 lo cree todo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«¡Genial, mañana no voy!»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El desconfiado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No se cree nada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«Mentira, seguro que es una trola»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El pensador crítico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 cree lo que tiene buenas razones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«¿Quién lo dijo primero? Voy a mirarlo en la web del instituto»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Un anuncio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«Este champú deja el pelo un 80 % más brillante.»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me piden creer? Que el pelo brilla mucho más.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razón me dan? Un número: 80 %.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saben? No lo dicen. ¿80 % más que qué? ¿Quién lo midió?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me falta información. No lo acepto todavía, pero tampoco digo que sea mentira.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Una compañera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 dice que el examen de Matemáticas es el jueves: lo apuntó en la agenda cuando lo dijo la profesora.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me piden creer? Que el examen es el jueves.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razón me dan? Lo apuntó cuando lo dijo la profesora.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una buena razón? Sí: estaba allí y lo escribió en el momento.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me lo creo. Pensar críticamente también es aceptar lo que está bien apoyado.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El mensaje del principio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«Mañana no hay clase. Lo ha dicho mi primo, que lo ha leído en un grupo de WhatsApp.»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¿Quién lo dijo primero? No lo sé: mi primo lo leyó, no lo vio.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sabe esa persona? Tampoco lo sé.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¿Dónde lo puedo comprobar? En la web del instituto o preguntando a un profesor.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me lo creo hasta comprobarlo.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El que lleva la contraria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 presume: «Yo pienso críticamente: a los profes siempre les llevo la contraria».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¿Piensa críticamente?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no se cree lo que le dicen.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¿mira las razones de cada cosa? No: dice «no» a todo, antes de escuchar.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Eso es ser desconfiado, no pensador crítico.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llevar la contraria no es pensar. Pensar es mirar las razones, digan lo que digan.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Pensar críticamente es pedir y dar razones.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No es criticarlo todo ni desconfiar de todo.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pensador crítico se cree lo que tiene buenas razones, y cambia de opinión si aparecen razones mejores.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es el pensamiento crítico, explicado para adolescentes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otra voz que diga lo mismo: pensar críticamente es examinar las razones.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