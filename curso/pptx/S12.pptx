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12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qué es un argumento, cómo reconstruirlo, las tres preguntas, deducción e inducción, y contraejemplos y analogías.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______.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importa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argumento es como una silla: la conclusión es el asiento y las premisas son las patas.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pasa si una pata está rota, o si falta una?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7 · ¿Qué 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(razones).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premisa: «porque», «ya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conclusión: «por tanto», «así que», «por eso»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conclusión no siempre va al final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8 · Reconstruir argumentos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conclusión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sobra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que no se dice, pero hace falta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9 · Buenas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 de razón que falla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razón es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«Con cuatro horas de sueño tienes de sobra»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tiene que 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 ser delegado porque es el más alto»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«Son unos vagos: uno no trajo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10 · Deducción e inducción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Deducción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de 2.º tienen Inglés; Aitor es de 2.º…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Inducción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Probable: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pizza siempre llega fría; hoy también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11 · Ejemplos, contraejemplos y analogías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Herramienta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Apoya una idea, pero no demuestra un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Contraejemplo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 en contra: basta uno para tumbar un «todos»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Analogía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Compara: es buena si se parecen en lo que importa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móvil en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«Nadie aprende nada con el móvil en clase: mi hermano lo usa y lo suspende todo. Por tanto, hay que prohibir los móviles en todos los institutos.»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hay que prohibir los móviles en todos los institutos. P: nadie aprende con el móvil; mi hermano suspende.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El hermano es un solo caso: una inducción muy débil.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«nadie aprende»? Un contraejemplo la tumba: alguien que usa el móvil como diccionario y aprende.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idea se puede defender, pero estas razones no son suficientes.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deducción que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peces pueden vivir fuera del agua. El salmón es un pez. Por tanto, el salmón puede vivir fuera del agua.»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deducción bien hecha. ¿Entonces 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forma es buena: si las premisas fueran verdad, la conclusión también lo sería.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hago la primera pregunta de una buena razón: ¿es verdad? P1 es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una premisa falsa, la deducción no asegura nada, aunque esté bien hecha.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deducción asegura la conclusión solo si está bien hecha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y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sus premisas son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premisas; a veces hay premisas ocultas.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es verdad, viene a cuento y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deducción bien hecha asegura; la inducción hace probable; un contraejemplo tumba un «todos».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