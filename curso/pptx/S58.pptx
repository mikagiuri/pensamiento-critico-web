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58 · UNIDAD 10 · PENSAR POR UNO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Entender antes de criticar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Antes de criticar una idea hay que entenderla en su versión más razonable: eso es el principio de caridad.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de opinión es una virtud solo si cambio por ______.  (sesión 57)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de opinión por buenas razones no es rendirse: es ______.  (sesión 57)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algoritmo de una red no busca la ______: busca, sobre todo, que sigas mirando.  (sesión 53)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de opinión es una virtud solo si cambio por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de opinión por buenas razones no es rendirse: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aprender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algoritmo de una red no busca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verdad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busca, sobre todo, que sigas mirando.  (sesión 53)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chica dice: «Los móviles deberían estar prohibidos en clase». Un chico responde: «O sea, que quieres volver a la Edad de Piedra».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¿Ha entendido ese chico lo que quería decir la chica?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El principio de caridad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EL PRINCIPIO DE CARIDAD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Principio de caridad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entender la idea del otro en su versión más razonable antes de criticarla.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Aquí «caridad» significa generosidad al interpretar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lo contrario del hombre de paja (sesión 21)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darle la razón: es entenderle bien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EL PRINCIPIO DE CARIDAD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Hombre de paja y principio de caridad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Hombre de paja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Principio de caridad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hago con la idea?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deformo para que parezca tonta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entiendo en su mejor versión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critico?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Una idea que nadie ha dicho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Lo que el otro piensa de verdad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consigo?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Ganar fácil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Una discusión que sirve para 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EL PRINCIPIO DE CARIDAD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Cómo aplicarlo en tres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1. Repite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idea con tus palabras: «¿Quieres decir que…?»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2. Busca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su mejor razón: ¿por qué lo piensa?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3. Critica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después, si sigues sin estar de acuerdo.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Los móviles en clase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chica: «Los móviles deberían estar prohibidos en clase». Un chico: «O sea, que quieres volver a la Edad de Piedra».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chico deforma la idea: nadie ha dicho «volver a la Edad de Piedra».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Paso 1, repetir: «¿Quieres decir que el móvil distrae en clase?».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Paso 2, su mejor razón: con el móvil en la mesa cuesta concentrarse.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ahora sí puede criticar: «¿Y si hace falta para buscar algo en clase?».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comentario en YouTube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Alguien comenta: «Los videojuegos no son tan malos como dicen». Otro contesta: «Claro, y que los niños jueguen 12 horas al día».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dijo el primero? Que no son tan malos. No dijo nada de 12 horas.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Su versión más razonable: jugar con medida no es tan malo.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respuesta ataca una idea que nadie ha dicho: hombre de paja.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con caridad se discute la idea real, y la conversación avanza.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¿Hombre de paja?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escribe: «Todos los que juegan a la consola son unos vagos». Una chica contesta: «O sea, que un compañero, que juega y saca sobresalientes, es un vago».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chica lleva la idea del chico a un caso extremo. ¿Es un hombre de paja?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dijo el chico? «Todos». La chica no cambia sus palabras.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Saca lo que se sigue de lo que él dijo: es un contraejemplo (sesión 17), no una deformación.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 caridad podría preguntar: «¿Quieres decir todos o algunos?». Pero no puede inventarse otra idea.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criticar lo que el otro dijo de verdad no es hombre de paja, aunque le deje mal.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Error típico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ERROR TÍPICO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Qué es y qué no es la caridad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Darle la razón en todo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Dejar de criticar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Hacerse el simpático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Entender bien antes de responder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Criticar la mejor versión de la idea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Tratar al otro como alguien que razona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principio de caridad es entender la idea del otro en su versión más razonable.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Es lo contrario del hombre de paja, que deforma la idea para ganar fácil.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Primero repito la idea, luego busco su mejor razón y después critico.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principio de caridad frente al hombre de paja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ejemplos de discusiones en las que se deforma la idea del otro, y cómo evitarlo.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