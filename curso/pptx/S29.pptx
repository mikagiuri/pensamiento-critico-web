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«experimento de Asch conformidad» · «experimento de Milgram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29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Obedecer y seguir al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experimentos de Asch y Milgram muestran que el grupo y la autoridad pueden hacernos actuar contra lo que pensamos.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muchos hagan algo puede ser una ______, pero no una prueba segura.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prueba ______ es copiar lo que hacen los demás cuando no sabemos qué hacer.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inglés, la pista falsa se llama red ______.  (sesión 17)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muchos hagan algo puede ser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pista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pero no una prueba segura.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prueba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social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copiar lo que hacen los demás cuando no sabemos qué hacer.  (sesión 28)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inglés, la pista falsa se llama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Siete personas dicen en voz alta una respuesta que tú ves clarísimamente que está mal. Ahora te toca a 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¿Dirías lo que ves o lo mismo que ellos?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Asch: seguir al grupo (1951)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ASCH: SEGUIR AL GRUPO (1951)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Conformidad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conformidad es cambiar lo que decimos o hacemos para coincidir con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Solomon Asch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Estados Unidos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Pasa aunque el grupo esté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28: la prueba social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ASCH: SEGUIR AL GRUPO (1951)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Así era el experimento de Asch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mira una línea y dice, uno por uno y en voz alta, cuál de otras tres (A, B o C) mide igual. Es facilísimo.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truco: todos menos uno eran actores de acuerdo. El participante de verdad contestaba casi el último.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algunas rondas, los actores daban a propósito la misma respuesta equivocada.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esas rondas, 2 de cada 3 respuestas fueron correctas. Pero 1 de cada 3 siguió al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3 de cada 4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personas cedieron alguna vez; 1 de cada 4, nunca. Con un aliado, casi todos resistían.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Milgram: obedecer a una autoridad (1961-1962)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Obediencia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obediencia es hacer lo que manda una autoridad, aunque no estemos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normas justas es necesario para convivir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problema es obedecer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sesión 25: autoridad por poder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Así era el experimento de Milgram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Stanley Milgram, psicólogo de la Universidad de Yale (Estados Unidos), dijo a unos voluntarios que estudiaba cómo afecta el castigo a la memoria.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voluntario era el 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maestro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». El 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alumno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», atado a una silla en otra sala, era un actor.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cada error, el maestro daba una descarga eléctrica cada vez más fuerte. Las descargas eran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falsas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pero él no lo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actor protestaba, golpeaba la pared y al final dejaba de contestar. Si el maestro dudaba, el científico decía: «Continúe, por favor».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la versión más conocida,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65 %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llegó hasta la descarga más fuerte, de 450 voltios.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críticas al experimento de Milgram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voluntarios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sufrieron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sudaban, temblaban, algunos tenían ataques de risa nerviosa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engañaron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sabían de qué iba de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Era muy difícil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dejarlo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el científico insistía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un experimento así, entero,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estaría permitido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MILGRAM: OBEDECER A UNA AUTORIDAD (1961-1962)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todavía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Milgram hizo muchas versiones: en unas obedeció casi nadie, en otras casi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Algunos voluntarios dudaban de que las descargas fueran reales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Cuando el científico decía «No tiene otra opción», muchos se negaban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Quizá muchos no obedecían a ciegas: creían que ayudaban a la ciencia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aprendemos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QUÉ APRENDEMOS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y Milgram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estudia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Conformidad: seguir al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Obediencia: seguir a una 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Quién presiona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grupo de iguales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científico con bata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pasó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de cada 4 cedieron alguna vez; 1 de cada 4, nunca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65 % llegó al final en la versión más conocida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ayudó a resistir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un aliado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Ver a otros negarse; la autoridad lejos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QUÉ APRENDEMOS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simulacro de incendio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Suena la alarma del simulacro. El profesor dice: «En fila, por la escalera B». Todos salen en fila. Maialen también, sin discutir.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Obedece y hace lo mismo que el grupo… ¿como en Asch y Milgram?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Sí: obedece a una autoridad y hace lo mismo que los demás.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orden es razonable: el profesor conoce el plan de evacuación y no pide hacer daño a nadie.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una emergencia, discutir cada orden sería peligroso.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obedecer o seguir al grupo no es malo en sí. Lo malo es hacerlo cuando te piden algo que está 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Asch: muchos cedieron alguna vez ante el grupo, aunque la mayoría de respuestas fueron correctas.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Milgram: muchos obedecieron hasta el final, pero cuántos depende mucho de la situación.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solo aliado ayuda a resistir, y tú puedes ser ese aliado.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 Asch sobre la conformidad (y, si hay tiempo, el de Milgram)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personas reales dudando ante el grupo. Revisar antes: algunas imágenes de Milgram pueden impresionar.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