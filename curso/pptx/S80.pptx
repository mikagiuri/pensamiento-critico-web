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80 · UNIDAD 17 · DIFERENTES, PERO IGUALES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Diversidad y respeto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Las personas son diversas en su orientación y su identidad; respetar es no burlarse ni excluir, y en las relaciones solo sí es sí.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el INE, las mujeres dedican más horas que los hombres a la casa y a ______.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una diferencia en los datos, no hay que saltar a la primera explicación: hay que preguntar ______.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______ quiere el bien del otro por la persona misma.  (sesión 75)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Según el INE, las mujeres dedican más horas que los hombres a la casa y 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cuidar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Ante una diferencia en los datos, no hay que saltar a la primera explicación: hay que preguntar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por qué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79)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La amistad por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virtud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 quiere el bien del otro por la persona misma.  (sesión 75)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En el vestuario, después de fallar un pase, alguien grita: «¡Qué gay eres!». Todos se ríen.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¿Por qué funciona esa frase como insulto? ¿Qué dice sin decirlo?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Palabras claras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Orientación sexual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hacia quién siente una persona atracción y amor.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Heterosexual: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hacia personas del otro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Homosexual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(gay o lesbiana): hacia personas del mismo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Bisexual: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hacia personas de más de un sexo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se elige como un gusto y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 es una enfermedad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Identidad de género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cómo se siente y se reconoce una persona: hombre, mujer u otra forma.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 cis: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identidad coincide con el sexo asignado al nacer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Persona trans: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su identidad no coincide con el sexo asignado al nacer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Orientación e identidad son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cosas distintas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Consentimiento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estar de acuerdo con algo de forma libre y clara. En las relaciones,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solo sí es sí</a:t>
            </a:r>
            <a:r>
              <a:rPr sz="2800" b="1">
                <a:solidFill>
                  <a:srgbClr val="1F2A44"/>
                </a:solidFill>
                <a:latin typeface="Nunito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Callarse o no decir «no»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es un sí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Con presión, miedo o engaño no hay acuerdo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libre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Se puede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cambiar de opinión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en cualquier momento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Vale para un beso, un abrazo o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una foto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PALABRAS CLARAS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foto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chica le envió una foto privada a un chico cuando salían juntos. Ahora lo han dejado y él quiere reenviarla al grupo de la cuadrilla.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¿Dio ella permiso para que la vieran otros? No: la envió solo a él.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El consentimiento es para una cosa concreta. Enviar una foto no es aceptar que se reenvíe.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Además, difundir imágenes privadas sin permiso puede ser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delito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en España.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sin un sí claro de ella, no se reenvía. Y ella puede cambiar de opinión.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Respeto frente a burla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LGTBIfobia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Es el rechazo, la burla o la agresión a alguien por su orientación o su identidad de género.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LGTBI: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lesbianas, gais, trans, bisexuales e intersexuales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Intersexual: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cuerpo no del todo típico de hombre ni de mujer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Es una forma de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exclusión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dejar a alguien fuera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vimos en la sesión 66: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nosotros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 frente a «</a:t>
            </a:r>
            <a:r>
              <a:rPr sz="2800" b="1">
                <a:solidFill>
                  <a:srgbClr val="1F2A44"/>
                </a:solidFill>
                <a:latin typeface="Nunito Sans"/>
              </a:rPr>
              <a:t>ellos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Burla y respeto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Burla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Usar «gay» como insulto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Reírse de cómo viste o habla alguien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Adivinar y contar la orientación de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«Solo era una broma»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Respeto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Llamar a cada persona por el nombre que pide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Tratar a todos igual en el grupo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Dejar que cada uno cuente lo suyo, si quiere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No reírse con quien se burla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«Solo era una broma»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 el vestuario, alguien le grita «¡Qué gay eres!» a un chico por fallar un pase. Luego dice que solo era una broma.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¿Qué dice la frase sin decirlo? Que ser gay es algo malo, algo de lo que reírse.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quién hace daño? A ese chico y a cualquier persona gay que lo oiga, aunque calle.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Que todos se rían no lo hace bueno: recuerda «todo el mundo lo hace» (sesión 9).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una broma que usa a un grupo como insulto es una burla. Y deja a ese grupo fuera.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RESPETO FRENTE A BURLA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Se nota por fuera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 chico ve un vídeo de un cantante con las uñas pintadas y comenta: «Se nota que es gay».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puede saber así?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Parece una pista: «los chicos no se pintan las uñas».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Pero eso es un </a:t>
            </a:r>
            <a:r>
              <a:rPr sz="2400" b="1">
                <a:solidFill>
                  <a:srgbClr val="1F2A44"/>
                </a:solidFill>
                <a:latin typeface="Nunito Sans"/>
              </a:rPr>
              <a:t>rol de género</a:t>
            </a:r>
            <a:r>
              <a:rPr sz="2400" b="0">
                <a:solidFill>
                  <a:srgbClr val="1F2A44"/>
                </a:solidFill>
                <a:latin typeface="Nunito Sans"/>
              </a:rPr>
              <a:t> (sesión 78). Y el rol no dice nada de la orientación.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orientación es hacia quién siente atracción alguien. No se ve en la ropa ni en las uñas: ¿cómo lo sabes?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la orientación no se adivina por la apariencia. Y además es asunto de cada persona.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La orientación es hacia quién sientes atracción; la identidad de género, cómo te reconoces.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En las relaciones solo sí es sí, y se puede cambiar de opinión.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Burlarse de alguien por su orientación o identidad es LGTBIfobia: una forma de exclusión.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El consentimiento explicado de forma sencilla y respetuosa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Ver con un ejemplo cotidiano que un sí tiene que ser libre y que se puede retirar.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