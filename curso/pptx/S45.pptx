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minutos. Sin apuntes. Es para recordar, no cuenta para nota.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minutos. Sin apuntes. Es para recordar, no cuenta para nota.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Nadie tiene que contestar: solo pensarlo.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Dejar unos segundos para que piensen la respuesta fácil antes de enseñar los pasos.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Dejar 2 minutos para que lo escriban. La diapositiva siguiente muestra el resumen.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Buscar: «efecto halo psicología» · «efecto halo ejemplos»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52000" y="380000"/>
            <a:ext cx="9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980"/>
              </a:spcAft>
            </a:pPr>
            <a:r>
              <a:rPr sz="4400" b="0">
                <a:solidFill>
                  <a:srgbClr val="1F2A44"/>
                </a:solidFill>
                <a:latin typeface="Nunito Sans"/>
              </a:rPr>
              <a:t>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PENSAMIENTO CRÍTICO · SESIÓN 45 · UNIDAD 8 · SESGOS: LA MENTE TAMBIÉN ENGAÑA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Efecto halo y primeras impresiones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El efecto halo es juzgar a una persona entera por un solo rasgo, como su aspecto, su fama o una primera impresión.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Escribe en tu hoja las palabras que faltan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En la tarea 2-4-6 de Wason, la regla secreta era: tres números que van ______.  (sesión 44)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Rechazar una prueba ______ no es sesgo de confirmación; ignorar una buena, sí.  (sesión 44)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Compartimos bulos porque nos ______ y porque lo manda alguien de confianza.  (sesión 33)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Corrige con otro color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En la tarea 2-4-6 de Wason, la regla secreta era: tres números que van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subiendo</a:t>
            </a:r>
            <a:r>
              <a:rPr sz="2600" b="0">
                <a:solidFill>
                  <a:srgbClr val="1F2A44"/>
                </a:solidFill>
                <a:latin typeface="Nunito Sans"/>
              </a:rPr>
              <a:t>.  (sesión 44)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Rechazar una prueba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mala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no es sesgo de confirmación; ignorar una buena, sí.  (sesión 44)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Compartimos bulos porque nos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emocionan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y porque lo manda alguien de confianza.  (sesión 33)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Un chico nuevo llega a clase con ropa de marca y sonriendo. Otro llega serio y despeinado.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¿Cuál crees que sacará mejores notas? ¿Por qué lo has pensado?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Un rasgo lo tiñe todo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UN RASGO LO TIÑE TODO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Efecto halo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Es dejar que un rasgo que nos gusta (o que no nos gusta) tiña todo lo que pensamos de alguien.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Halo: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el círculo de luz de los santos en los cuadros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Un rasgo bueno lo ilumina todo: «es guapo, será listo»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Al revés también: un rasgo malo lo oscurece todo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Lo describió el psicólogo Edward Thorndike en 1920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UN RASGO LO TIÑE TODO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Primeras impresiones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1F2A44"/>
                </a:solidFill>
                <a:latin typeface="Nunito Sans"/>
              </a:rPr>
              <a:t>Nos hacemos una idea de alguien en muy poco tiempo.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Basta ver una cara un instante para juzgar si parece de fiar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Esa primera idea suele costar cambiarla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Luego buscamos pruebas que la confirmen (sesión 44)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Pero una cara o una ropa dicen muy poco de cómo es alguien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UN RASGO LO TIÑE TODO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Dónde aparece el halo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30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37333"/>
                <a:gridCol w="3637333"/>
                <a:gridCol w="3637334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Situación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El rasgo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Lo que se deduce sin pruebas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Anuncio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Un futbolista famoso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«El producto es bueno»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Examen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Letra bonita y limpia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«Las respuestas están mejor»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Redes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Muchos seguidores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«Sabe de lo que habla»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Entrevista de trabajo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Ropa elegante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«Será buen trabajador»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Casos resueltos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1 · El famoso del anuncio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Un jugador de fútbol famoso anuncia un champú. «Si él lo usa, será bueno».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¿Qué rasgo veo? Que juega muy bien al fútbol.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¿Qué deduzco? Que sabe de champús. No tiene nada que ver.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Es el efecto halo, y la marca lo sabe: por eso le paga.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ser bueno en una cosa no te hace experto en otra. Lo vimos en la sesión 27.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2 · La letra bonita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Dos exámenes con las mismas respuestas. Uno tiene letra clara y limpia; el otro, letra difícil y tachones. (Ejemplo inventado.)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El contenido es el mismo: deberían tener la misma nota.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Pero la letra bonita da buena impresión de todo el examen.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Es fácil puntuar un poco mejor el limpio sin darse cuenta.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halo. Por eso ayuda corregir con criterios escritos y sin mirar el nombre.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3 · El primer día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El primer día, Aitor no saludó a nadie. Algunos decidieron: «Es un borde». En realidad, estaba nervioso.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La primera impresión se formó en un momento.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Después, todo lo que hacía Aitor parecía confirmarla (sesión 44).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Nadie pensó en otras explicaciones: nervios, timidez, un mal día.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una primera impresión es una suposición, no un juicio final. Dale tiempo a la persona.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¿Un rasgo que sí cuenta?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Para el equipo de fútbol del recreo, Leire elige primero a Aitor. Lo ha visto marcar muchos goles todas las semanas.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Lo elige por un solo rasgo… ¿es efecto halo?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Parece que sí: lo juzga por una sola cosa, los goles.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Pero ese rasgo tiene que ver con lo que decide: quién juega bien al fútbol.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Halo sería pensar que, como marca goles, también es buen estudiante o buena persona.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usar un rasgo que viene a cuento es una buena razón. El halo es estirarlo a lo demás.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Escríbelo tú primero, sin mirar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Dos minutos. Después lo comparamos.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El efecto halo es juzgar a alguien entero por un solo rasgo.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Las primeras impresiones se forman muy rápido y cuesta cambiarlas.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Un rasgo no dice cómo es una persona: dale tiempo y busca pruebas.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VÍDEO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20"/>
              </a:spcAft>
            </a:pPr>
            <a:r>
              <a:rPr sz="3600" b="1">
                <a:solidFill>
                  <a:srgbClr val="FBF7EF"/>
                </a:solidFill>
                <a:latin typeface="Fredoka"/>
              </a:rPr>
              <a:t>El efecto halo en la publicidad y en la vida diaria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2200000"/>
            <a:ext cx="10912000" cy="2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C9D3E6"/>
                </a:solidFill>
                <a:latin typeface="Nunito Sans"/>
              </a:rPr>
              <a:t>Ver ejemplos de cómo el aspecto o la fama cambian lo que pensamos de alguien.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minutos · individual · en silencio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1 · Todos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puntos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2 · Repaso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3 · Reto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1.ª pasada: sin apuntes, con bolígrafo. 2.ª pasada: con los apuntes, en otro color. Marca «seguro» o «dudo» en cada respuesta.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