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45 · UNIDAD 8 · SESGOS: LA MENTE TAMBIÉN ENGAÑA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Sesgo de confirmación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El sesgo de confirmación es buscar, recordar y creer solo lo que nos da la razón, y olvidar lo que nos la quita.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Pensar ______ es automático; pensar ______ cuesta esfuerzo.  (sesión 44)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atajo mental no es lo mismo que un sesgo: casi siempre ______.  (sesión 44)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Palabras que suelen usar los titulares clickbait: «increíble», «brutal», «______».  (sesión 33)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Pensar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rápido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automático; pensar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despacio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cuesta esfuerzo.  (sesión 44)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atajo mental no es lo mismo que un sesgo: casi siempre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acierta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44)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Palabras que suelen usar los titulares clickbait: «increíble», «brutal», «</a:t>
            </a:r>
            <a:r>
              <a:rPr sz="2600" b="1">
                <a:solidFill>
                  <a:srgbClr val="1F2A44"/>
                </a:solidFill>
                <a:latin typeface="Nunito Sans"/>
              </a:rPr>
              <a:t>impactante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».  (sesión 33)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 campesino pierde su hacha y sospecha del hijo del vecino. Desde entonces, el chico camina, habla y sonríe «como un ladrón».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¿Ha cambiado el chico? ¿O ha cambiado otra cosa?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Ver solo lo que nos da la razón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VER SOLO LO QUE NOS DA LA RAZÓN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Sesgo de confirmación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la tendencia a fijarnos solo en lo que confirma lo que ya creemos.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Confirmar: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dar por bueno, apoyar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Buscamos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lo que nos da la razón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Recordamos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mejor lo que nos da la razón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Interpretamos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los datos dudosos a nuestro favor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VER SOLO LO QUE NOS DA LA RAZÓN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Tres formas de confirmar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Forma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Ejemplo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Buscar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Solo veo vídeos que dicen que mi equipo es el mejor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Recordar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Me acuerdo del día que el horóscopo acertó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Interpretar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Falta contra el Athletic: «¡robo!». A favor: «era clarísima»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VER SOLO LO QUE NOS DA LA RAZÓN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500000"/>
            <a:ext cx="10912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El entendimiento humano, cuando ha adoptado una opinión, atrae todo lo demás para apoyarla y hacerla concordar con ella.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4700000"/>
            <a:ext cx="1091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4A5568"/>
                </a:solidFill>
                <a:latin typeface="Nunito Sans"/>
              </a:rPr>
              <a:t>Francis Bacon, Novum Organum (1620)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El ladrón de hachas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cuento antiguo de China: un campesino pierde su hacha y sospecha del hijo del vecino. Todo lo que hace el chico le parece «de ladrón». Luego encuentra el hacha en su leña.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cree el campesino? Que el chico le ha robado el hacha.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Por eso interpreta todo a favor de su idea: caminar deprisa, sonreír o callarse le parece «de ladrón».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Encuentra el hacha en su propio montón de leña… y el chico vuelve a parecerle normal.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sesgo de confirmación. El chico no cambió: cambió la mirada del campesino.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La búsqueda en internet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cree que las bebidas energéticas le ayudan a estudiar. Busca: «beneficios de las bebidas energéticas para estudiar».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búsqueda ya lleva la respuesta: solo pide beneficios.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Encontrará páginas que le dan la razón y se quedará tranquilo.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Una búsqueda más justa: «bebidas energéticas y estudio: ventajas y riesgos».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sesgo de confirmación al buscar. Hay que buscar también lo que me puede quitar la razón.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La tarea 2-4-6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Experimento de Peter Wason (1960): «La serie 2-4-6 cumple una regla secreta. Propón otras series y te digo si la cumplen».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Mucha gente prueba 8-10-12, 20-22-24… Todas cumplen. «¡La regla es sumar 2!».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la regla era más sencilla: «tres números que van subiendo».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Pocos probaron series que pudieran fallar, como 6-4-2 o 1-5-100.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buscamos ejemplos que confirman nuestra idea. Es mejor buscar contraejemplos, como en la sesión 17.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¿Cerrado o bien informado?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cree que fumar es malo para la salud. Ve un vídeo, sin ninguna fuente, que dice lo contrario. No le hace caso.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Solo acepta lo que le da la razón… ¿es sesgo de confirmación?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rechaza lo que le quita la razón.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mira las pruebas: su idea tiene miles de estudios detrás; el vídeo, ninguna fuente.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sesgo es tratar peor una prueba solo porque me quita la razón. Aquí la prueba es mala.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cambiar de opinión por una mala razón no es un sesgo. Sí lo sería ignorar una buena prueba.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Cómo frenarlo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CÓMO FRENARLO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Cuatro frenos al sesgo de confirmación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Preguntarme: «¿qué me haría cambiar de opinión?»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Buscar a propósito lo que dice lo contrario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Apuntar los aciertos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y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los fallos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Escuchar a quien piensa distinto sin preparar la respuesta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El sesgo de confirmación es fijarnos solo en lo que nos da la razón.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Buscamos, recordamos e interpretamos a favor de lo que ya creemos.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Para frenarlo, busca a propósito lo que podría quitarte la razón.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El sesgo de confirmación y la tarea 2-4-6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a gente real intentando adivinar la regla del 2-4-6 y cayendo en el sesgo.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