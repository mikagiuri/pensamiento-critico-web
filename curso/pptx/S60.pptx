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60 · UNIDAD 10 · PENSAR POR UNO MISMO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Repaso final del curso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Repasamos las herramientas de todo el curso para razonar, informarnos y decidir por nosotros mismos.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Ante un anuncio, la primera pregunta es: ¿qué me piden ______?  (sesión 59)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Ante «9 de cada 10 estudiantes», pregunto: ¿a ______ preguntaron?  (sesión 59)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Ser autónomo es darse las propias ______.  (sesión 55)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Ante un anuncio, la primera pregunta es: ¿qué me piden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creer</a:t>
            </a:r>
            <a:r>
              <a:rPr sz="2600" b="0">
                <a:solidFill>
                  <a:srgbClr val="1F2A44"/>
                </a:solidFill>
                <a:latin typeface="Nunito Sans"/>
              </a:rPr>
              <a:t>?  (sesión 59)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Ante «9 de cada 10 estudiantes», pregunto: ¿a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cuántos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preguntaron?  (sesión 59)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Ser autónomo es darse las propias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normas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55)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En septiembre leímos: «Mañana no hay clase. Lo ha dicho mi primo, que lo ha leído en un grupo de WhatsApp».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¿Qué harías hoy con ese mensaje que no sabías hacer en septiembre?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Repaso del curso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REPASO DEL CURSO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1.er trimestre · Razonar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3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6000"/>
                <a:gridCol w="5456000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Unidad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Idea clave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U1 · Pensar críticamente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Pedir razones; convencer no es manipular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U2 · Autoridad e influencia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Fiarse del experto en su campo; la fama no es saber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U3 · Argumentar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¿Es verdad?, ¿viene a cuento?, ¿es suficiente?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U4 · Falacias I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Atacar, deformar o desviar no son razones; la emoción no basta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REPASO DEL CURSO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2.º trimestre · Informarse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6000"/>
                <a:gridCol w="5456000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Unidad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Idea clave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U5 · Falacias II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Generalizar, falsos dilemas y causas falsas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U6 · Información y fuentes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Quién lo dice, cómo lo sabe y qué gana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U7 · Emociones, conflictos y dilemas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Las emociones informan; conflictos y dilemas se piensan con razones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REPASO DEL CURSO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3.er trimestre · Decidir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6000"/>
                <a:gridCol w="5456000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Unidad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Idea clave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U8 · Sesgos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Atajos mentales que ayudan, pero fallan de forma predecible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U9 · Persuasión y manipulación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Convencer da razones; manipular esquiva tu juicio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U10 · Pensar por uno mismo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Comprobar, cambiar por razones y entender antes de criticar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REPASO DEL CURSO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El pensador crítico al final del curso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No 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Crédulo: se lo cree todo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Desconfiado: no se cree nada, ni a los expertos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Veleta: cambia con el último que habla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Sí 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Pide y da razones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Comprueba antes de creer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Cambia de opinión por buenas razones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Entiende antes de criticar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El mensaje de septiembre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EL MENSAJE DE SEPTIEMBRE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· Con todo el curso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«Mañana no hay clase. Lo ha dicho mi primo, que lo ha leído en un grupo de WhatsApp.»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¿Cómo lo sabe mi primo? Solo lo ha leído en un grupo. ¿Quién lo dijo primero? (unidad 6)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Se comparte rápido y sin origen: puede ser un bulo (sesión 34).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¿Me lo creo porque quiero que sea verdad? Cuidado con los sesgos (unidad 8).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lo compruebo en la web del instituto. Como el primer día: pedir razones.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EL MENSAJE DE SEPTIEMBRE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Muchos y expertos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«Casi todos los médicos del mundo dicen que fumar provoca cáncer.»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Muchos lo dicen y son autoridades. ¿Ad populum y falacia de autoridad?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Parece las dos: «muchos lo dicen» y «lo dicen expertos».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no es gente cualquiera: son expertos en su campo, y casi todos de acuerdo (consenso, sesión 7).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Y no piden fe: hay muchísimos estudios que lo muestran.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fiarse del consenso de los expertos es razonable. La falacia es fiarse de quien no sabe.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Razonar: pedir y dar buenas razones, y detectar las falacias.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Informarse: mirar quién lo dice, cómo lo sabe y qué gana.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Decidir: conocer los sesgos y los trucos, y pensar por uno mismo.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Sin apuntes. Junto a cada respuesta, marca «seguro» o «dudo».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