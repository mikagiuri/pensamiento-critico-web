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9 · UNIDAD 2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Todo el mundo lo hace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falacia ad populum es creer que algo es verdad o está bien solo porque mucha gente lo cree o lo hace.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experto de ______, en su campo, no es falacia de autoridad.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falacia de autoridad es creer algo solo porque lo dice alguien ______ o famoso, aunque no sea experto en ese tema.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Manipular es ______ el juicio del otro con trucos.  (sesión 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experto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en su campo, no es falacia de autoridad.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falacia de autoridad es creer algo solo porque lo dice alguien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importante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o famoso, aunque no sea experto en ese tema.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Manipular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esquivar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el juicio del otro con trucos.  (sesión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vídeo tiene diez millones de «me gusta». Un restaurante tiene una cola que da la vuelta a la esquina.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¿Eso te dice que el vídeo es verdad? ¿Que en el restaurante se come bien?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 mayoría y la prueba social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MAYORÍA Y LA PRUEBA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 la mayoría (ad populum)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Decir que algo es verdad o está bien solo porque mucha gente lo cree o lo hace.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«Todo el mundo lo hace», «millones no pueden equivocarse»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Que muchos lo crean no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prueba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la mayoría también falla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Antes, casi todos creían que el Sol giraba alrededor de la Tierra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MAYORÍA Y LA PRUEBA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Prueba social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copiar lo que hacen los demás cuando no sabemos qué hacer. Es un atajo de la 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hay cola, pensamos que algo es bueno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tiene muchos «me gusta», nos parece verdad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ayuda; a veces nos engaña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MAYORÍA Y LA PRUEBA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¿Cuándo cuenta lo que hacen los demás?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una buena razón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solo cuenta «me gusta» o visitas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todos copian sin mirar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decidir si algo está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muchos pueden hacer algo 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Puede ser una pista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muchos lo han probado y lo cuentan con detalle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cada uno lo ha comprobado por su cuenta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la mayoría son expertos que miraron pruebas (el consenso, sesión 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«me gusta»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con diez millones de «me gusta» dice que, si cenas después de las ocho, engordas el doble.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me dan? Que le gusta a mucha gente.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¿Los «me gusta» son pruebas? No: miden si algo gusta, no si es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falta? Quién lo dice y cómo lo sabe.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ad populum. Diez millones de «me gusta» no hacen que algo sea verdad.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Las zapatillas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quiere unas zapatillas de 150 euros: «Las lleva toda la clase».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tiene que comprarlas.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da? Que las llevan muchos: es prueba social.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Querer ir como los demás se entiende, pero no dice que sean mejores ni que las necesite.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razón débil. Mejores preguntas: ¿las necesito?, ¿me gustan a mí?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Cuando la mayoría sí es una pista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busca dónde comer en Aste Nagusia. Un bar tiene 2.000 opiniones y casi todas dicen que se come bien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ad populum? No del todo: esas personas han comido allí.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Opinan de algo que conocen, y a menudo cuentan detalles.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 así, puede haber opiniones falsas o pagadas.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pista razonable, no una prueba segura.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Conducir en Londres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llega a Londres y pregunta a su prima por qué lado van los coches. La prima: «Por la izquierda: aquí lo hace todo el mundo».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lo hace todo el mundo»… ¿ad populum?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la forma: «es así porque todos lo hacen».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esa chica no pregunta qué es verdad sobre el mundo ni qué está bien. Pregunta cuál es la costumbre.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costumbres y normas (conducir, saludar, hablar), lo que hace todo el mundo es justo lo que hay que saber.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Lo que hacen todos dice cuál es la costumbre, no qué es verdad ni qué está bien.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Ad populum es creer que algo es verdad o está bien solo porque lo hacen muchos.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prueba social es el atajo de copiar a los demás cuando no sabemos qué hacer.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Que muchos lo hagan puede ser una pista, pero no es una prueba.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prueba social: por qué copiamos lo que hacen los demás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ejemplos reales de personas que copian lo que hace el grupo sin saber por qué.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