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78 · UNIDAD 17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Sexo y género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Solemos distinguir el sexo, que es biológico, del género: los roles y expectativas que cada sociedad asocia a ser hombre o mujer.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familia ______ la forma una pareja con hijos de relaciones anteriores.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Tomar mi familia como «la normal» es una generalización ______.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______ es lo que te hace único: tu historia, tu forma de ser, tus gustos.  (sesión 73)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familia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reconstituida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la forma una pareja con hijos de relaciones anteriores.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Tomar mi familia como «la normal» es una generalización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apresurada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77)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identidad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individual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lo que te hace único: tu historia, tu forma de ser, tus gustos.  (sesión 73)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una tienda de juguetes hay dos pasillos: uno rosa, con muñecas y cocinitas; otro azul, con balones y coches.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¿Quién decidió qué juguetes son «de chicas» y cuáles «de chicos»?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Dos palabras distintas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Sexo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Llamamos sexo a las características biológicas del cuerpo: cromosomas, hormonas y órganos.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Viene con el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cuerpo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Lo estudian la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biología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la medicina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la voz cambia en la pubertad por las hormonas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El género son los roles y las expectativas que una sociedad asocia a ser hombre o mujer.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el papel que se espera que hagas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aprende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en casa, en la escuela, en las pantallas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Ejemplo: «los chicos no lloran», «las chicas cuidan»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Solemos distinguir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así; hay quien lo explica de otras formas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¿Sexo o género?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Frase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¿De qué habla?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«Su voz cambió en la pubertad»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Sexo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el cuerpo y las hormonas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«Las chicas tienen que ser discretas»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Género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una expectativa social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«Los hombres no friegan»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Género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: un rol que se ha enseñado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DOS PALABRAS DISTINTAS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roles cambian con las épocas y los lugares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el siglo XVII, los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tacones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eran moda de hombres nobles en Europa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Rosa para niñas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azul para niños: se extendió en el siglo XX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Escocia, muchos hombres llevan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falda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(el kilt) en las fiestas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En España, hasta 1975, una mujer casada necesitaba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permiso del marido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para trabajar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Estereotipos de género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Estereotipo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 estereotipo de género es una idea fija y simplificada sobre cómo son o deben ser hombres o mujeres.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Nace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generalizar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deprisa, como vimos en la sesión 25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parece al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efecto halo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(sesión 46): un rasgo decide todo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Pregunta que lo desmonta: «¿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cómo lo sabes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? ¿Todas? ¿Todos?»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El equipo de robótica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la lista del equipo de robótica del instituto y dice: «¿Una chica? Las chicas no valen para la tecnología».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dice? Que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todas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las chicas son malas en tecnología.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¿Cómo lo sabe? No lo sabe: no conoce a esa chica ni ha visto lo que hace.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Pasa de «es chica» a «no vale»: juzga a una persona entera por un rasgo.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es un estereotipo. Para saber si alguien vale, hay que mirar lo que hace.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Un dato no es un estereotipo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cuenta: «En mi escuela de fútbol hay 40 chicos y 12 chicas» (ejemplo inventado). Otra contesta: «¡Eso es un estereotipo!».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primera? Un número: cuántos chicos y chicas se han apuntado.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Eso se puede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comprobar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contando. Es un dato, no una idea fija.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estereotipo sería otra frase: «las chicas no saben jugar al fútbol».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describir una diferencia no es un estereotipo. Lo es atribuir un rasgo a cada persona por su grupo.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ESTEREOTIPOS DE GÉNERO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Un estereotipo que suena bonito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le dice a su hermana: «Organiza tú el cumpleaños de la ama, que las chicas sois más ordenadas». Lo dice como un elogio.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Si es un elogio, ¿puede ser un estereotipo?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que no: dice algo bueno de las chicas.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juzga a su hermana por ser chica, no por cómo es ella.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Y de paso le carga a ella la tarea, y a él se la quita.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 estereotipo que suena bien sigue siendo un estereotipo. También encierra a las personas en un papel.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Solemos distinguir el sexo, que es biológico, del género, que es social.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Los roles de género se aprenden y cambian con las épocas y los lugares.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 estereotipo de género juzga a una persona por su grupo, aunque suene a elogio.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diferencia entre sexo y género y qué son los estereotipos de género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Oír con otras palabras la distinción de hoy y ver ejemplos de estereotipos en anuncios y juguetes.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