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la unidad: pensar críticamente, hechos y opiniones, creer y saber, buenas preguntas y por qué creemos lo que creemos.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Creer algo porque «siempre se ha hecho así» es el camino de la ______.  (sesión 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Creer algo porque me gusta creerlo o me da miedo es el camino de la ______.  (sesión 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críticamente es ______ y ______ razones.  (sesión 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Creer algo porque «siempre se ha hecho así» es el camino de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costumbre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Creer algo porque me gusta creerlo o me da miedo es el camino de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emoción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críticamente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pedir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razones.  (sesión 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esta unidad has aprendido cinco herramientas para no creerte cualquier cosa.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de ellas has usado ya fuera de clase?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1 · Pensar críticamente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Pensar críticamente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pedir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dar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razones antes de aceptar o rechazar una idea.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criticarlo todo ni desconfiar de todo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crédulo se lo cree todo; el desconfiado, nada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 clave: «¿cómo lo sabes?»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2 · Hechos, gustos y opiniones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Cómo se reconoce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Hecho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Dice cómo son las cosas: verdadero o falso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«San Mamés está en Bilbao»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Gusto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Habla de lo que me gusta a mí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«Me encanta el recreo»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Opinión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Qué es bueno o qué deberíamos hacer: con razones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«Habría que alargar el recreo»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3 · Creer, saber y estar seguro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Palabra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Creer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Pensar que algo es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Saber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Creer algo verdadero con buenas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Estar seguro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sentimiento: puede fallar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4 · Hacer buenas preguntas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pide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Cerrada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Sí, no o un dato corto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«¿Has cenado?»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Abierta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Explicar, contar o dar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«¿Qué te pareció?»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«¿Cómo lo sabes?»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fuente y las razones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«¿Dónde lo has leído?»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5 · ¿Por qué creemos lo que creemos?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Cuatro caminos que, por sí solos, no son razones: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Costumbre: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«siempre se ha hecho así»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Grupo: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cree toda mi cuadrilla»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Autoridad: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ha dicho alguien importante»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«me gusta creerlo» o «me da miedo»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rey que cojeaba: todo el palacio cojeaba sin razón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caso con 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UN CASO CON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Agua con limón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lee en Instagram: «El agua con limón en ayunas quema grasa. Lo dice una influencer de fitness y lo hace todo mi gimnasio». Iker está seguro de que es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¿Hecho, gusto u opinión? Es una afirmación de hecho: verdadera o falsa.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caminos hay? Autoridad (la influencer) y grupo (el gimnasio).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sabe Iker? No: estar seguro no basta. Le faltan buenas razones.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pregunta es «¿cómo lo sabes?». Hay que mirar qué dicen fuentes médicas.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UN CASO CON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Lo sé seguro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Omar: «Sé seguro que el agua con limón adelgaza. Lo he visto en un vídeo con tres millones de visitas».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«sé» y «seguro». ¿Lo sabe?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«Adelgaza» dice cómo son las cosas: es una afirmación de hecho, verdadera o falsa.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«Seguro» es un sentimiento. Las visitas son el camino del grupo.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tiene buenas razones: no sabe quién lo dice ni cómo lo sabe.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decir «sé» no es saber. Lo cree, y todavía no ha preguntado «¿cómo lo sabes?».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Pensar críticamente es pedir y dar razones: «¿cómo lo sabes?».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Los hechos dicen cómo son las cosas; los gustos hablan de mí; las opiniones se defienden con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Sentirse seguro no es saber, y costumbre, grupo, autoridad o emoción no son razones por sí solos.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