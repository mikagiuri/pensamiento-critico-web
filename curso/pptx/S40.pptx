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«correlación no implica causalidad» · «correlaciones espurias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40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Correlación y causa,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dos datos cambien juntos (correlación) no basta para saber que uno causa el otro; si se descartan otras explicaciones, sí puede ser prueba.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______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______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encuesta es como probar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cucharada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saber cómo está la sopa.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elegir por sorteo, sin escoger a quién.  (sesión 39)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verano se venden más helados. En verano también hay más personas ahogadas.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¿Los helados provocan ahogamientos?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Correlación no es causa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Hay correlación cuando dos datos cambian juntos: cuando uno sube, el otro también sube (o baja).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cosa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otra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Sola, la correlación es una pista, no una prueba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22: «después de» no es «por culpa de»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explicaciones posibles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A y B suben juntas,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causa B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 veces es verdad)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 causa 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(al revés)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produce las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coinciden sin tener nada que 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CORRELACIÓN NO ES CAUSA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Helados y ahogamientos (cifras inventadas)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Helados vendidos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Personas ahogadas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Enero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Abril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Julio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Helados y ahogamientos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tabla, los dos datos suben juntos. ¿Comer helado hace que la gente se ahogue?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 causa B? No: nadie se ahoga por comer un helado.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¿B causa A? Tampoco: ahogarse no hace vender helados.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Tercera causa: el calor. Con calor se comen más helados y más gente se baña.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hay correlación, pero ninguno causa el otro. La causa común es el calor del verano.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Móvil y notas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estudio (inventado) encuentra que los alumnos que usan más el móvil por la noche sacan peores notas.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móvil causa las malas notas? Es posible: quita horas de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 revés? Quien va mal en clase quizá se refugia en el móvil.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causa? Estrés o problemas en casa podrían producir las dos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es una pista. Para saber la causa hacen falta más estudios.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Pura casualidad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de Tyler Vigen encontró que en EE. UU., entre 1999 y 2009, los ahogados en piscinas subían y bajaban igual que las películas de Nicolas Cage.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¿Las películas de Nicolas Cage ahogan a la gente? Claro que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tercera causa? No se ve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comparas miles de datos, algunos coinciden por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dos líneas que se mueven juntas pueden no tener nada que 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Tabaco y cáncer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Los fumadores tienen muchos más casos de cáncer de pulmón que quienes no fuman. Alguien dice: «Correlación no es causa. No está demostrado».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razón? ¿No sabemos si el tabaco causa cáncer?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verdad que una correlación sola no basta. Pero aquí no está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científicos descartaron otras causas (edad, trabajo…). Y cuanto más fumas, más riesgo; si lo dejas, baja.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saben cómo pasa: el humo tiene sustancias que dañan las células del pulmón.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correlación sí prueba una causa cuando se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las otras explicaciones. La frase no es un comodín.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correlación cuando dos datos cambian juntos.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correlación sola no prueba la causa: puede ser al revés, una tercera causa o casualidad.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se descartan las otras explicaciones, la correlación sí puede probar una causa.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correlaciones absurdas y reírse un poco, sin perder la idea.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