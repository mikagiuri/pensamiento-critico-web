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40 · UNIDAD 7 · EMOCIONES, CONFLICTOS Y DILEMAS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Conflictos en las redes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En las redes los conflictos crecen más porque no hay cara y todo queda guardado y a la vista; allí también hay derechos y deberes.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descubrir el interés de alguien se pregunta: «¿Para ______ lo quieres?».  (sesión 39)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conflicto es normal; la ______ es una mala forma de afrontarlo.  (sesión 39)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lectura lateral es como trabajan los ______ profesionales.  (sesión 35)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Para descubrir el interés de alguien se pregunta: «¿Para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qué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lo quieres?».  (sesión 39)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conflicto es normal; la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pelea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una mala forma de afrontarlo.  (sesión 39)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lectura lateral es como trabajan los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verificadores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profesionales.  (sesión 35)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Alguien hace una captura de un audio privado de una chica y la sube al chat del equipo de balonmano. En diez minutos la han visto sesenta personas.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¿Por qué esto hace más daño que si se lo hubiera dicho a una sola persona?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Por qué en las redes se escala más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POR QUÉ EN LAS REDES SE ESCALA MÁS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Cuatro razones por las que un conflicto crece en las redes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Escalar = hacerse cada vez más grande.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Sin cara: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no ves si el otro se ríe o llora. Falta el tono.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Anonimato: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detrás de una cuenta falsa, algunos se atreven a más.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Captura: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todo queda guardado y se puede reenviar, recortar o sacar de contexto.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Público: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lo ve mucha gente, y cada «me gusta» anima a seguir.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POR QUÉ EN LAS REDES SE ESCALA MÁS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Ciberacoso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hacer daño a alguien a propósito y de forma repetida usando el móvil, las redes o los videojuegos.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Intención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 hacer daño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Repetición: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una publicación puede dañar una y otra vez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Desequilibrio: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víctima no puede defenderse fácilmente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POR QUÉ EN LAS REDES SE ESCALA MÁS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Derechos y deberes en las redes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Tengo derecho 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Por eso tengo el deber de…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Privacidad: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que mis mensajes privados sigan siendo privados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reenviar capturas de chats privados de otros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Propia imagen: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decidir dónde sale mi foto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Pedir permiso antes de subir fotos o vídeos de otros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Respeto: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 que no me insulten ni me humillen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No insultar ni humillar, aunque sea desde el anonimato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captura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Enfadada, una chica escribe en privado a una amiga: «Una compañera es una pesada». La amiga hace una captura y la sube al chat del equipo de balonmano.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chica escribió en caliente (sesión 38), pero en privado.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amiga ha roto la privacidad de la chica: el mensaje era para ella sola.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Ahora lo lee toda la clase, incluida la compañera de la que hablaba. Sin cara, sin tono y guardado: el conflicto crece.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quien reenvía también es responsable. Reenviar no es neutral.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La cuenta sin nombre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cuenta sin foto ni nombre comenta cada foto de un chico: «Qué pintas», «Nadie te aguanta». Lleva así tres semanas.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¿Intención de hacer daño? Sí: los comentarios buscan humillar.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¿Repetición? Sí: tres semanas. ¿Desequilibrio? Sí: el chico no sabe quién 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 ciberacoso. Ese chico no debe contestar en caliente: guarda capturas, bloquea y lo denuncia.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ciberacoso no se aguanta solo. Hay que contárselo a un adulto de confianza.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«Solo era una broma»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graba a otro fallando un tiro en el partido, le pone música graciosa y lo sube. Muchos se ríen. El primero dice: «Solo era una broma».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lo hizo de broma, ¿no pasa nada?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no: no quería hacer daño y la gente se ríe.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¿se ríe el otro? ¿Dio permiso? Su imagen es suya.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 broma lo es si se ríen todos, también quien sale. Si no, es reírse de alguien.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intención no borra el daño. Sin permiso, subir el vídeo no respeta al otro.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Si te pasa o lo ves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SI TE PASA O LO 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Qué hacer ante un conflicto en las redes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contestar en caliente: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nombrar, esperar y preguntar.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reenviar: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si no lo difundes, dejas de hacerlo crecer.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Guardar pruebas,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bloquear y denunciar en la propia aplicación.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Contarlo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 un adulto de confianza. También existe el teléfono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017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(INCIBE), gratuito.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las redes los conflictos crecen: sin cara, anonimato, todo queda guardado y lo ve mucha gente.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ciberacoso es hacer daño a propósito y de forma repetida con la tecnología.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Tu imagen y tus mensajes privados son tuyos; los de los demás, también.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el ciberacoso y qué hacer si lo sufres o lo 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casos distintos a los de clase y sepan a quién pedir ayuda.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