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89 · UNIDAD 20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Encuestas y muestras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encuesta es más fiable si la muestra se parece a la población; muchas respuestas no arreglan una muestra sesgada.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Fíate de los ______ del gráfico, no de la impresión del dibujo.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el eje ______, diferencias pequeñas parecen enormes.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palabra «normal» puede significar frecuente o ______.  (sesión 77)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Fíate de los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números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del gráfico, no de la impresión del dibujo.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el eje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cortado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diferencias pequeñas parecen enormes.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palabra «normal» puede significar frecuente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correcto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youtuber de videojuegos pregunta a sus seguidores: «¿Te gustan los videojuegos?». El 95 % dice que sí.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¿Significa eso que al 95 % de los jóvenes les gustan los videojuegos?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muestra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Muestra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muestra es el grupo de personas a las que se pregunta, para sacar conclusiones sobre un grupo mayor.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Población: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todo el grupo del que se habla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Muestra: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parte a la que se pregunta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probar una cucharada para saber cómo está la sopa (bien removida)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Al azar: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por sorteo, sin elegir a quién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a una encuesta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¿A cuántos?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Con 5 personas se puede decir muy poco de miles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¿A quiénes?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muestra tiene que parecerse a la población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se preguntó?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pregunta también puede empujar la respuesta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muestra que no se parece está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sesgada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torcida, inclinada hacia un lado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Muestras malas y mejores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Quiero saber…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Muestra mala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Muestra mejor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Qué deporte prefiere el alumnado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el equipo de fútbol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Alumnos al azar de todos los 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gusta el comedor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3 amigos de un chico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100 alumnos elegidos al azar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Cuánto usan el móvil en 2.º 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quien contesta en 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Todos los grupos de 2.º, encuesta anónima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encuesta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youtuber de videojuegos pregunta a sus seguidores si les gustan los videojuegos. El 95 % dice que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quiénes preguntó? A sus seguidores: gente que ya ve vídeos de videojuegos.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parecen a todos los jóvenes? No: quien no juega no la sigue.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muestra está sesgada: se inclina hacia un 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95 % habla de sus seguidores, no de todos los jóvenes.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«9 de cada 10»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Anuncio: «9 de cada 10 usuarios recomiendan nuestras zapatillas». En letra pequeña: «Encuesta a 10 clientes de nuestra tienda».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cuántos? Solo a 10 personas.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quiénes? A clientes que ya las compraron en su tienda.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Muestra pequeña y sesgada: quien las compró ya tenía buena opinión de ellas.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«9 de cada 10» suena a mucho, pero son 9 personas elegidas por la marca.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pregunta que empuja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Encuesta del instituto (inventada): «¿Estás de acuerdo en que el recreo es demasiado corto y hay que alargarlo?»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pregunta ya dice lo que piensa quien pregunta: «demasiado corto».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Empuja a contestar que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pregunta neutral sería: «¿Qué te parece la duración del recreo?»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además de a quién se pregunta, importa cómo se pregunta. Lo vimos en la sesión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Dos millones de respuestas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EE. UU., 1936. Una revista recibe más de dos millones de respuestas sobre quién ganará las elecciones. Otra encuesta pregunta a muchas menos personas, elegidas para parecerse al país.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acertó? La de dos millones, ¿no?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No: la revista falló por mucho. Quienes le contestaron no se parecían al conjunto de votantes.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encuesta pequeña acertó el ganador: su muestra se parecía más al país.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Más respuestas no arreglan una muestra sesgada: repiten el mismo error muchas más veces.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primero, ¿a quiénes?; luego, ¿a cuántos? Una muestra grande pero sesgada sigue fallando.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muestra es la parte del grupo a la que se pregunta.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Importa a cuántos, pero más a quiénes: una muestra grande pero sesgada sigue fallando.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también cómo se hizo la pregunta: puede empujar la respuesta.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una muestra y cuándo es fiable una encuesta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Reforzar la idea de muestra con otra explicación y otros ejemplos.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