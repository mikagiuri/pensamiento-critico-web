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«preguntas abiertas y cerradas ejemplos» · «cómo hacer buenas preguntas»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4 · UNIDAD 1 · PENSAR, CREER Y SABER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Hacer buenas preguntas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Las preguntas cerradas piden un dato; las abiertas piden explicar. «¿Cómo lo sabes?» pide la fuente y las razones.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______.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______, sí.  (sesión 2)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Me puedo sentir seguro y estar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equivocado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Saber es creer algo que es verdad y tener buenas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3)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Los gustos no se discuten; las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opiniones</a:t>
            </a:r>
            <a:r>
              <a:rPr sz="2600" b="0">
                <a:solidFill>
                  <a:srgbClr val="1F2A44"/>
                </a:solidFill>
                <a:latin typeface="Nunito Sans"/>
              </a:rPr>
              <a:t>, sí.  (sesión 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Leire vuelve de la excursión. Su madre le pregunta: «¿Bien?». Leire: «Sí». Su padre le pregunta: «¿Qué es lo que más te ha gustado?».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¿Con qué pregunta se entera de más cosas?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Tipos de preguntas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cerrada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Se contesta con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sí</a:t>
            </a:r>
            <a:r>
              <a:rPr sz="2800" b="1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no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o un dato corto.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«¿Has cenado?»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«¿A qué hora empieza el partido?»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comprobar un dato concreto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 abierta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Pide explicar, contar o dar razones. No se contesta con una palabra.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te ha parecido la película?»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«¿Por qué piensas eso?»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Sirve para entender a alguien o algo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TIPOS DE 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 pregunta del pensador crítico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«¿Cómo lo sabes?» pide la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fuente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y las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razones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Fuente: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de dónde sale una información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«¿Quién lo dijo primero?»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«¿Dónde lo has visto o leído?»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«¿Qué pruebas hay? ¿Lo has comprobado?»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Un rumor en el patio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Dylan dice: «El profe de Música se va del instituto».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cerrada: «¿Es verdad?». Dylan: «Sí». No aprendo nada nuevo.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Pregunta abierta: «¿Cómo lo sabes?». Dylan: «Me lo dijo uno de 4.º».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Otra más: «¿Y cómo lo sabe él?». Dylan: «Ni idea».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la buena pregunta muestra que no hay una fuente clara. Todavía no me lo creo.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vídeo de TikTok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 vídeo dice: «Los científicos confirman que dormir con el móvil debajo de la almohada da dolor de cabeza».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«¿Qué científicos?» El vídeo no da nombres ni universidad.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«¿Dónde se publicó?» No enseña ningún estudio.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«¿Cómo lo midieron?» No lo explica.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sin respuesta a estas preguntas, no tengo razones para creerlo. Tampoco para decir que es mentira.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pregunta abierta con trampa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«¿Por qué los de 1.º son tan pesados?»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una pregunta abierta… ¿es una buena pregunta?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Es abierta: no se contesta con sí o 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ya da por hecho algo: que los de 1.º son pesados.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Si contesto, acepto eso sin que nadie lo haya demostrado.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antes de contestar, mira qué da por hecho la pregunta.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Preguntar bien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¿Por qué? y ¿para qué?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37333"/>
                <a:gridCol w="3637333"/>
                <a:gridCol w="3637334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Qué pide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Ejemplo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causa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ha pasado antes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estás cansada?» «Porque he dormido mal»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¿Por qué?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Las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razones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apoya una idea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«¿Por qué piensas eso?» «Porque lo he leído en…»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¿Para qué?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La </a:t>
                      </a:r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finalidad</a:t>
                      </a:r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: lo que se quiere conseguir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«¿Para qué entrenas?» «Para jugar el sábado»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PREGUNTAR BIEN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Preguntar mal y preguntar bien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Mal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pillar al otro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sin 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que ya llevan la respuesta: «¿A que es verdad?»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Preguntar para entender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Escuchar la respuesta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Preguntas limpias: «¿Cómo lo sabes?»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cerrada se contesta con sí, no o un dato corto.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Una pregunta abierta pide explicar, contar o dar razones.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«¿Cómo lo sabes?» pide la fuente y las razones. Antes de contestar, mira qué da por hecho la pregunta.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Preguntas abiertas y preguntas cerradas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más ejemplos de cómo una pregunta abierta consigue más información que una cerrada.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