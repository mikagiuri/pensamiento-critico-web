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 · UNIDAD 1 · PENSAR CRÍTICAMENTE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Convencer y manipular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Convencer es darte razones para que decidas tú; manipular es esquivar tu juicio o esconderte información para que no pienses.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problema no es tener estas creencias, sino no ______ nunca.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lo cree toda la cuadrilla es el camino del ______.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se defiende con ______.  (sesión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problema no es tener estas creencias, sino no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revisarlas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nunca.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lo cree toda la cuadrilla es el camino del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grupo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se defiende con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mensajes para vender la misma zapatilla. A: «Pesa 200 gramos y dura dos años». B: «Todos tus amigos ya la tienen. ¿Y tú?»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te da razones? ¿Cuál intenta que no pienses?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Convencer y manipular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CONVENCER Y MANIPULAR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Persuadir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Persuadir es intentar que alguien crea o haga algo. Se puede hacer bien o 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Convencer: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dar razones que el otro puede examinar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Manipular: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esquivar su juicio o esconderle información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pregunta: ¿te dejan pensar y ver los datos?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mensajes mezclan las dos cosas: hay grises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CONVENCER Y MANIPULAR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Manipular y convencer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Manipular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Esconde información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Mete prisa para que no pienses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 el miedo para que no pienses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Quiere que no preguntes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Convencer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Enseña los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deja tiempo para decidir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 razones que puedes comprobar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Acepta tus preguntas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CONVENCER Y MANIPULAR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para detectar la manipulación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 la respuesta es «sí»…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¿Me meten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prisa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Quieren que decida antes de pensar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¿Me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esconden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algo?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Quieren que no compare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¿Solo me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emocionan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Quieren que la emoción ocupe el lugar de las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gana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quien me lo dice?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supongo mala fe, pero lo tengo en cuenta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móvil de un chico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un móvil nuevo. Le dice a su padre: «El mío tiene 5 años, la batería dura 2 horas y arreglarla cuesta casi lo mismo».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quiere el chico? Que su padre le compre un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intenta? Con datos: la edad del móvil, la batería, el precio del arreglo.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su padre comprobarlo? Sí: puede mirar la batería y pedir presupuesto.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chico intenta convencer. Da razones y deja pensar a su padre.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oferta en una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«¡Última oportunidad! 9 personas están viendo esta oferta. Termina en 04:59.» No dice el precio normal ni qué pasa si esperas.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quieren? Que compre 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intentan? Con prisa (el reloj) y con presión (las 9 personas).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¿Me dan razones sobre el producto? No: no sé si es bueno ni si es barato.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manipulación. Quieren que decida antes de pensar.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 trampa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CASO TRAMPA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¿Emocionar = manipular?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campaña contra el abandono de animales enseña a un perro atado en una gasolinera. Da datos reales y un teléfono de ayuda.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Te emociona mucho… ¿entonces te está manipulando?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busca que sientas pena y rabia.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quito la emoción y quedan razones: datos reales y una forma de pedir ayuda.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me mete prisa ni me esconde nada. Un mensaje puede emocionar y ser honesto.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problema no es la emoción, sino usarla en lugar de razones.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Persuadir es intentar que alguien crea o haga algo.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Convencer es dar razones; manipular es esquivar tu juicio o esconderte información.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Emocionar no es manipular. Pregunta: ¿me meten prisa, me esconden algo, solo me emocionan?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diferencia entre persuadir y manipular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con otras palabras que convencer da razones y manipular las esquiva.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