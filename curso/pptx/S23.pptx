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«falacia ad ignorantiam» · «razonamiento circular falacia ejemplos» · «tetera de Russell explicada»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23 · UNIDAD 4 · FALACIAS II: RAZONAR 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Ignorancia y razonamiento circular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No saber que algo es falso no lo hace verdadero, y una conclusión escondida en la premisa no demuestra nada.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desmonta la causa falsa: ¿podría ser ______ o haber otra causa?  (sesión 22)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causa falsa olvida que «después de» no es «por ______ de».  (sesión 22)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tumbar un «todos», ______ uno.  (sesión 11)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desmonta la causa falsa: ¿podría ser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casualidad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o haber otra causa?  (sesión 22)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causa falsa olvida que «después de» no es «por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culpa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de».  (sesión 22)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tumbar un «todos»,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basta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uno.  (sesión 11)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«Los fantasmas existen: nadie ha demostrado nunca que no existan.»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¿Que nadie lo haya demostrado es una prueba de que existen?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Dos falacias sin pruebas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DOS FALACIAS SIN PRUEBAS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Apelación a la ignorancia (ad ignorantiam)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Decir que algo es verdad porque nadie ha demostrado que sea falso, o al revés.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Ignorancia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no saber algo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saber que es falso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lo hace verdadero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Normalmente, quien afirma algo tiene que dar las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pruebas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¿cómo lo sabes? ¿Qué pruebas hay a favor?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DOS FALACIAS SIN PRUEBAS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Razonamiento circular (petitio principii)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Usar la conclusión como razón: la conclusión ya está escondida en la premisa.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También se llama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petición de principio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Da vueltas en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círculo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y no avanza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Dice lo mismo con otras palabras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¿la razón dice algo distinto de la conclusión?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DOS FALACIAS SIN PRUEBAS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Las dos, de un vistazo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Falacia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Esquema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Ignorancia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Nadie ha demostrado que no, luego sí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«Nadie ha probado que el horóscopo falle»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Circular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 es verdad porque 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«Es el mejor youtuber porque nadie es mejor»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Los fantasmas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«Los fantasmas existen: nadie ha demostrado nunca que no existan.»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¿Cuál es la conclusión? Los fantasmas existen.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razón da? Nadie ha demostrado que no existan.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una prueba a favor? No: solo dice que no sabemos. Así se podría «demostrar» cualquier cosa.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apelación a la ignorancia. Quien dice que existen tiene que dar pruebas.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Una acusación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Dylan: «Seguro que Kevin copió en el examen. Nadie puede demostrar que no copiara».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razón da Dylan? Que nadie puede demostrar lo contrario.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pruebas hay de que copió? Ninguna.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Así se puede acusar a cualquiera de cualquier cosa.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apelación a la ignorancia. Acusar sin pruebas, además, es injusto.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La app que no miente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Yasmin: «Esta app de noticias dice la verdad». Leire: «¿Cómo lo sabes?». Yasmin: «Porque en la propia app pone que todas sus noticias son verdad».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¿Cuál es la conclusión? La app dice la verdad.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¿Cuál es la razón? Lo que dice la propia app.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Para creer esa razón, ya tengo que creer que la app dice la verdad: es un círculo.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razonamiento circular. Hace falta una razón de fuera: otras fuentes.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Sin pruebas, sin castigo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La jefa de estudios: «No hay pruebas de que Kevin copiara en el examen. Así que no se le castiga».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Decide algo porque no hay pruebas… ¿apelación a la ignorancia?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la misma forma: «no se ha demostrado que sí, luego no».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no dice «seguro que no copió». Decide qué hacer mientras no hay pruebas.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una regla justa: sin pruebas, no se castiga a nadie. Se llama presunción de inocencia.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Decidir cómo actuar sin pruebas no es afirmar que algo es verdad.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¿Cuándo no es falacia?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¿CUÁNDO NO ES FALACIA?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Falta de pruebas: ¿truco o prudencia?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Falacia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«No está demostrado que no, así que sí»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razón repite la conclusión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Legítimo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«Hemos buscado bien y no hay pruebas: probablemente no»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«Todavía no lo sabemos», sin concluir nada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razón nueva, que no depende de la conclusión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Apelación a la ignorancia: «nadie ha demostrado que no, así que es verdad».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Razonamiento circular: la conclusión ya está escondida en la razón.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Quien afirma algo suele tener que dar pruebas nuevas, no vacíos ni círculos.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falacia ad ignorantiam y el razonamiento circular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ejemplos de «no está demostrado que no» y de argumentos que dan vueltas.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