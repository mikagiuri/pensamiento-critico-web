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23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pista falsa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pista falsa cambia de tema para no responder, y la discusión acaba lejos de la pregunta.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legítimo si la emoción ______ a las razones; es falacia si las ______.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para el miedo: ¿ese peligro es ______? ¿Qué pruebas hay?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______; la autoridad por saber, que me crea lo que dice.  (sesión 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 legítimo si la emoción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acompaña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las razones; es falacia si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sustituyen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para el miedo: ¿ese peligro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¿Qué pruebas hay?  (sesión 22)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obedezca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autoridad por saber, que me crea lo que dice.  (sesión 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La madre de una chica: «¿Has hecho los deberes?». La chica: «¿Sabías que el Athletic ha fichado a un delantero nuevo?».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contestado la chica? ¿Por qué habrá cambiado de tema?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pista falsa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PISTA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pista falsa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Cambiar de tema para no responder a lo que se pregunta o se discute.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nuevo tema suele ser más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interesante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pregunta de verdad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olvida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inglés,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red herring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 cuenta que despistaba a los perros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tiene que ver esto con lo que hablábamos?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PISTA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respuesta habla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otra cosa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empezar con «ya, pero…» o «¿y qué me dices de…?»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final nadie recuerda la pregunta del principio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mentir: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esquivar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deberes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«¿Has hecho los deberes?». La chica: «¿Sabías que el Athletic ha fichado a un delantero nuevo?».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le preguntan? Si ha hecho los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responde? Un fichaje del Athletic.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que ver? No: es otro tema, más interesante.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pista falsa. La pregunta sigue sin respuesta.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En el grupo del equipo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«Oye, ¿por qué no viniste al entrenamiento?». Un chico: «¿Y qué me dices de otro compañero, que lleva un mes sin venir?».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se discute? Por qué el chico no fue al entrenamiento.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hace el chico? Habla de las faltas de otro compañero.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responde? No: aunque ese otro compañero lo haga peor, la pregunta era sobre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pista falsa. Hay que volver a la pregunta: ¿por qué no viniste?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Cambiar de tema sin trampa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y un chico discuten qué serie ver. El chico: «Espera, eso luego. ¿Ves que sale humo de la cocina?».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¿Cambia de tema?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para no responder? No: hay algo urgente y lo dice claro.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 pueden volver a la serie.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pista falsa. Cambiar de tema es legítimo si no sirve para esquivar.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Tres formas de no responder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TRES FORMAS DE NO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llevamos de unidad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Ataque a la persona (sesión 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el tema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 la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Hombre de paja (sesión 21)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idea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por otra peor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Pista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Cambia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tema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del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TRES FORMAS DE NO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¿Habla de otra cosa?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madre de una chica: «¿Has hecho los deberes de Matemáticas?». La chica: «La profe de Mates está de baja toda la semana».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dice ni «sí» ni «no». ¿Es una pista falsa?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cambia de tema: habla de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puede ser una respuesta: si la profe no está, quizá no ha mandado deberes.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madre puede comprobarlo: «¿Entonces no tienes deberes?».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antes de decir «pista falsa», mira si la respuesta tiene que ver, aunque no lo parezca.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pista falsa cambia de tema para no responder.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nuevo tema suele ser más interesante, y la pregunta se olvida.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¿qué tiene que ver esto con lo que hablábamos?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la pista falsa (red herring)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se esquiva una pregunta en entrevistas y debates.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