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«experimento Robbers Cave Sherif» · «experimento cueva de los ladrones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65 · UNIDAD 12 · GRUPO Y COHESIÓN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cohesión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cohesión es la fuerza que mantiene unido a un grupo; no es pensar todos igual ni cerrarse a los de fuera.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ser un grupo no basta con estar en el mismo ______.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una regla del grupo, escrita o no.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busca, sobre todo, que sigas mirando.  (sesión 53)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ser un grupo no basta con estar en el mismo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sitio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una regla del grupo, escrita o no.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busca, sobre todo, que sigas mirando.  (sesión 53)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equipos tienen jugadoras igual de buenas. En uno se pasan el balón y se animan. En el otro, cada una juega a lo suyo.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equipo crees que ganará más partidos?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cohesión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COHESIÓN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Cohesión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fuerza que mantiene unido a un grupo: las ganas de estar y de hacer cosas juntos.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grupo cohesionado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suele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trabajar mejor y ayudarse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arreglar mejor sus conflictos (sus peleas y desacuerdos)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grupos con mucha y con poca: no es todo o 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COHESIÓN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preguntas para ver si un grupo está unido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Una forma de mirarlo: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Participación: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¿deciden todos, o solo los que más hablan?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¿se llevan bien, también fuera de cada cuadrilla?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¿alguien se queda fuera por ser diferente?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Cooperación: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¿ven que juntos consiguen más?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Solidaridad: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¿se ayudan y respetan las diferencias?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COHESIÓN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Cohesión y presión de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cohesión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todos piensen igual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Callar lo que piensas para no desentonar (la conformidad, 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Cerrarse a los de fuera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a alguien fuera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cohesión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Querer estar y hacer cosas juntos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decir «no estoy de acuerdo» sin miedo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Abrirse a los que llegan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Ayudarse unos a otros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 experimento real · El campamento de Sherif (1954)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psicólogo Muzafer Sherif llevó a 22 chicos de unos 11 años a un campamento en Estados Unidos. Los separó en dos grupos. Los chicos no se conocían.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Primero, cada grupo se unió por dentro: se pusieron nombre (las Águilas y las Serpientes) y tuvieron su bandera.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Luego compitieron por premios. Llegaron los insultos: quemaron una bandera y asaltaron las cabañas del otro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Comer juntos no bastó. Ayudaron los problemas que solo podían resolver juntos, como arreglar el agua del campamento.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competir unió a cada grupo por dentro, pero los enfrentó. Un objetivo común acercó a los 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Cooperar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Cooperar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trabajar juntos hacia un objetivo común: si a uno le va bien, les va bien a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que acercó a los dos grupos del campamento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Competir no es malo, pero puede enfrentar a los grupos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chicos no sabían que era un experimento: hoy eso se critica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equipo de Maialen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equipo de balonmano de Maialen se animan mucho en los partidos. Pero en el vestuario hay dos bandos que no se hablan, y la nueva siempre se cambia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Cooperación: en el campo, sí. Juegan juntas y se animan.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Relación: falla. Hay dos bandos que no se hablan.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Inclusión: falla. La nueva se queda fuera.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algo de cohesión, pero le falta. Las cinco preguntas dicen dónde mejorar.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cuadrilla que discute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cuadrilla de Iker, cuando hay que elegir plan, cada uno dice lo que piensa y a menudo no están de acuerdo. Luego deciden y siguen quedando.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están de acuerdo casi nunca… ¿poca cohesión?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piensan todos igual.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dicen lo que piensan sin miedo, deciden y siguen queriendo estar juntos.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Cohesión no es estar siempre de acuerdo: es querer seguir juntos.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puede ser un grupo muy cohesionado. Poder decir «no estoy de acuerdo» es buena señal.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cohesión es la fuerza que mantiene unido a un grupo.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es pensar todos igual, callarse ni cerrarse a los de fuera.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el campamento de Sherif, un objetivo común acercó a dos grupos enfrentados.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 la Cueva de los Ladrones (Robbers Cave), de Muzafer Sherif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competir enfrentó a dos grupos y cómo un objetivo común los acercó. Revisar antes: algunos vídeos exageran lo que pasó.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