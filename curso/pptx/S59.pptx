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«análisis crítico de anuncios publicitarios» · «cómo analizar un anuncio paso a paso»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42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1F2A44"/>
                </a:solidFill>
                <a:latin typeface="Nunito Sans"/>
              </a:rPr>
              <a:t>🦉 Aula de Filosofía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59 · UNIDAD 10 · PENSAR POR UNO MISMO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Caso final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Para analizar un anuncio o una noticia usamos todo el curso: qué dice, qué razones da, quién lo dice y qué trucos usa.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caridad es tratar al otro como alguien que ______.  (sesión 58)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Principio de caridad, paso 1: ______ la idea del otro con tus palabras.  (sesión 58)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efecto Dunning-Kruger no dice que quien sabe poco se crea un ______.  (sesión 47)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caridad es tratar al otro como alguien que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razona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58)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Principio de caridad, paso 1: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repite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la idea del otro con tus palabras.  (sesión 58)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efecto Dunning-Kruger no dice que quien sabe poco se crea un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genio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47)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Hoy no hay teoría nueva. Hay un anuncio inventado y todas las herramientas del curso.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¿Qué pregunta harías tú primero?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El anuncio y el método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EL ANUNCIO Y EL MÉTODO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El anuncio (inventado)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«VITAFOCUS: la bebida para sacar mejores notas. Un estudio demuestra que mejora la memoria un 40 %.»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Sale un youtuber famoso con bata blanca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«9 de cada 10 estudiantes ya la toman»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«Solo esta semana: 2x1»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No aparece #publi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EL ANUNCIO Y EL MÉTODO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Cinco preguntas de todo el curso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¿Qué me piden creer?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(unidades 1 y 2)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¿Qué razones dan? ¿Son buenas?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(unidades 2, 3 y 4)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¿Quién lo dice y qué gana?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(unidades 5 y 6)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¿Los números dicen lo que parece?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(unidad 7)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¿Qué trucos y sesgos usan?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(unidades 8 y 9)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Análisis paso a paso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ANÁLISIS PASO A PASO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Paso 1 · Qué me piden creer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«Un estudio demuestra que VITAFOCUS mejora la memoria un 40 %. Es la bebida para sacar mejores notas.»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Me piden creer: si bebo VITAFOCUS, saco mejores notas.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Razón: «un estudio». ¿Es verdad? No lo puedo comprobar: no dicen cuál ni quién lo hizo.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 suficiente? Mejor memoria no es lo mismo que mejores notas.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la razón no está comprobada y, además, no basta para la conclusión.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ANÁLISIS PASO A PASO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Paso 2 · Quién lo dice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 youtuber famoso con bata blanca recomienda la bebida. No aparece #publi.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bata no lo convierte en experto: creerle por eso es falacia de autoridad (sesión 27).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Simpatía: nos cae bien y bajamos la guardia (sesión 50).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Sin #publi: posible publicidad encubierta (sesión 51).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su opinión no es una prueba, y puede que cobre por darla.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ANÁLISIS PASO A PASO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Paso 3 · Los números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«Mejora la memoria un 40 %.» «9 de cada 10 estudiantes ya la toman.»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¿Un 40 % más que qué? ¿Medido cómo? Sin esos datos, la cifra no dice nada (sesión 37).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¿9 de cada 10 de quién? ¿A cuántos preguntaron? (sesión 39)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Aunque fuera cierto, que muchos la tomen no prueba que funcione: ad populum (sesión 28).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números que suenan bien, pero sin origen ni muestra.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ANÁLISIS PASO A PASO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Paso 4 · Trucos y veredicto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«Solo esta semana: 2x1.» Además, el anuncio me sale diez veces al día en el móvil.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Urgencia: «solo esta semana», para que no compare.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Verlo diez veces no lo hace verdad: la repetición solo lo hace familiar.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¿Convence o manipula? Manipula: prisa, un famoso y números sin origen.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tengo razones para creerlo. Dormir bien y estudiar sí tienen pruebas.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Cuidado con pasarse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3 · CUIDADO CON PASARSE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Otra bata, otra emoción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Campaña inventada: una médica de urgencias habla junto a un chico herido en el hospital. «Ponte casco en la bici: protege tu cabeza si te caes».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Emoción y bata blanca, como VITAFOCUS. ¿También manipula?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Sí emociona y sale una bata, como en VITAFOCUS.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ella sabe del tema, y los estudios muestran que el casco reduce las lesiones en la cabeza.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emoción acompaña a una razón que se puede comprobar; no la sustituye (sesión 16).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emoción o autoridad no son trampa por sí solas. Mira si hay razones debajo.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Primero: ¿qué me piden creer y qué razones dan?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Después: ¿quién lo dice, qué gana y de dónde salen los números?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Al final: ¿qué trucos usan? Y ojo: emoción o autoridad no son trampa por sí solas.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Cómo analizar un anuncio con sentido crítico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a otra persona analizar un anuncio real con preguntas parecidas a las nuestras.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