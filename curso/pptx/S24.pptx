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minutos. Sin apuntes. Es para recordar, no cuenta para nota.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minutos. Sin apuntes. Es para recordar, no cuenta para nota.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Nadie tiene que contestar: solo pensarlo.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unos segundos para que piensen la respuesta fácil antes de enseñar los pasos.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2 minutos para que lo escriban. La diapositiva siguiente muestra el resumen.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PENSAMIENTO CRÍTICO · SESIÓN 24 · UNIDAD 4 · FALACIAS II: RAZONAR MAL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Repaso y examen de la unidad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Repasamos las falacias que razonan mal: generalización apresurada, falso dilema, pendiente resbaladiza, causa falsa, ignorancia y razonamiento circular.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Escribe en tu hoja las palabras que faltan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Apelación a la ignorancia: decir que algo es verdad porque nadie ha demostrado que sea ______.  (sesión 23)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En el razonamiento circular, la conclusión ya está ______ en la premisa.  (sesión 23)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Pregunta que desmonta la generalización apresurada: ¿cuántos ______ has mirado?  (sesión 19)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Corrige con otro color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Apelación a la ignorancia: decir que algo es verdad porque nadie ha demostrado que sea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falso</a:t>
            </a:r>
            <a:r>
              <a:rPr sz="2600" b="0">
                <a:solidFill>
                  <a:srgbClr val="1F2A44"/>
                </a:solidFill>
                <a:latin typeface="Nunito Sans"/>
              </a:rPr>
              <a:t>.  (sesión 23)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En el razonamiento circular, la conclusión ya está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escondida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en la premisa.  (sesión 23)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Pregunta que desmonta la generalización apresurada: ¿cuántos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casos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has mirado?  (sesión 19)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«Dos amigos míos dejaron el fútbol y suspendieron. O juegas al fútbol o suspendes. Y nadie ha demostrado lo contrario.»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¿Cuántos trucos encuentras en estas tres frases?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Repaso de la unidad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REPASO DE LA UNIDAD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Razonar mal (unidad 4)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En la unidad 3, las razones no venían a cuento. En esta, las razones no bastan para la conclusión.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Pocos casos, pocas opciones, pasos sin razones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Causas inventadas, vacíos de pruebas y círculos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REPASO DE LA UNIDAD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Sesiones 19, 20 y 21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2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7333"/>
                <a:gridCol w="3637333"/>
                <a:gridCol w="3637334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Falacia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El truco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La pregunta que la desmonta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Generalización apresurada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De pocos casos a «todos»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¿Cuántos casos has mirado?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Falso dilema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Solo dos opciones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¿Seguro que no hay una tercera?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Pendiente resbaladiza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Cadena de pasos terribles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¿Por qué un paso lleva al siguiente?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REPASO DE LA UNIDAD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Sesiones 22 y 23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2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7333"/>
                <a:gridCol w="3637333"/>
                <a:gridCol w="3637334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Falacia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El truco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La pregunta que la desmonta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Causa falsa (post hoc)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Después de, luego por culpa 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¿Casualidad u otra causa?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Apelación a la ignorancia (ad ignorantiam)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Nadie demostró que no, luego sí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¿Qué pruebas hay a favor?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Razonamiento circular (petitio principii)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La conclusión es la razón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¿La razón dice algo distinto?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REPASO DE LA UNIDAD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Lo que no es falacia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5306000" cy="4400000"/>
          </a:xfrm>
          <a:prstGeom prst="rect">
            <a:avLst/>
          </a:prstGeom>
          <a:solidFill>
            <a:srgbClr val="FBE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C2531C"/>
                </a:solidFill>
                <a:latin typeface="Nunito Sans"/>
              </a:rPr>
              <a:t>Falacia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0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Uno o dos casos → «todos»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Esconder las opciones del medio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Cadena de pasos sin razones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«Después de» → «por culpa de»</a:t>
            </a:r>
          </a:p>
        </p:txBody>
      </p:sp>
      <p:sp>
        <p:nvSpPr>
          <p:cNvPr id="7" name="Rectangle 6"/>
          <p:cNvSpPr/>
          <p:nvPr/>
        </p:nvSpPr>
        <p:spPr>
          <a:xfrm>
            <a:off x="6246000" y="1650000"/>
            <a:ext cx="5306000" cy="440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2F6FB5"/>
                </a:solidFill>
                <a:latin typeface="Nunito Sans"/>
              </a:rPr>
              <a:t>Legítimo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Muchos casos variados → «la mayoría»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Dos opciones que de verdad son las únicas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Consecuencias con razones en cada paso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Causa comprobada varias veces y explicada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Caso resuelto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 RESUELTO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Cuatro trucos en tres frases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«Dos amigos míos dejaron el fútbol y suspendieron. O juegas al fútbol o suspendes. Y nadie ha demostrado lo contrario.»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«Dos amigos… suspendieron»: dos casos para una regla general (generalización) y «después de» tomado como causa (causa falsa).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«O juegas o suspendes»: solo dos opciones. Falso dilema.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«Nadie ha demostrado lo contrario»: apelación a la ignorancia.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cuatro falacias y ninguna buena razón para creer que el fútbol hace aprobar.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BLOQUE 2 · CASO RESUELTO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Todos los frenos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Ejemplo inventado: los técnicos del metro revisan, uno por uno, los frenos de todos los trenes. Ninguno falla. Informe: «Todos los frenos funcionan».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Dice «todos»… ¿generalización apresurada?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Dice «todos», y eso suele ser una señal de alarma.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Pero han mirado todos los frenos, uno por uno: no queda ninguno sin revisar.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La falacia es decir más de lo que muestran los casos. Aquí los casos lo muestran todo.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no es falacia. Palabras como «todos» u «o… o…» son pistas, no pruebas: mira las razones.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Escríbelo tú primero, sin mirar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Dos minutos. Después lo comparamos.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En la unidad 4, las razones no bastan para la conclusión.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Pocos casos, dos opciones, cadenas exageradas, causas falsas, vacíos de pruebas y círculos.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Cada falacia tiene su pregunta: hazla antes de creerte la conclusión.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minutos · individual · en silencio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1 · Todos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puntos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2 · Repaso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3 · Reto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Sin apuntes. Junto a cada respuesta, marca «seguro» o «dudo».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