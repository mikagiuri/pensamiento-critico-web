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88 · UNIDAD 20 · NÚMEROS QUE ENGAÑAN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Gráficos engañosos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Un gráfico puede engañar aunque los datos sean verdad: con el eje cortado, una escala rara, colores que asustan o fechas recortadas.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una etiqueta, «menos» azúcar no significa «______» azúcar.  (sesión 87)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porcentaje dice cuántos hay de cada ______.  (sesión 87)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______ es el rechazo a las personas extranjeras por ser de fuera.  (sesión 83)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una etiqueta, «menos» azúcar no significa «</a:t>
            </a:r>
            <a:r>
              <a:rPr sz="2600" b="1">
                <a:solidFill>
                  <a:srgbClr val="1F2A44"/>
                </a:solidFill>
                <a:latin typeface="Nunito Sans"/>
              </a:rPr>
              <a:t>poco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» azúcar.  (sesión 87)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porcentaje dice cuántos hay de cada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100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87)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xenofobia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el rechazo a las personas extranjeras por ser de fuera.  (sesión 83)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Dos gráficos muestran las mismas ventas. En uno parece que se disparan. En el otro, que casi no cambian.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¿Cómo puede ser, si los números son iguales?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Los trucos de los gráficos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LOS TRUCOS DE LOS GRÁFICOS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El eje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El eje vertical marca los valores del gráfico. En un gráfico de barras, lo normal es que empiece en 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Eje cortado: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empieza en otro número, por ejemplo en 90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Así, en las barras, diferencias pequeñas parecen enormes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Mira siempre dónde empieza el eje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LOS TRUCOS DE LOS GRÁFICOS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Mismos puntos, eje distinto (ejemplo inventado)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Puntos en un videojuego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Eje de 0 a 100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Eje de 90 a 100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Una chica: 92 puntos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Barra llena al 92 %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Barra llena al 20 %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Un chico: 98 puntos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Barra llena al 98 %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Barra llena al 80 %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¿Qué parece?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Casi iguales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¡El chico tiene cuatro veces más!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LOS TRUCOS DE LOS GRÁFICOS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Otros trucos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Escala estirada o aplastada: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la misma subida parece un muro o una llanura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Dibujos que crecen en ancho y alto: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el doble parece cuatro veces más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Colores: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el rojo asusta aunque el dato sea pequeño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Recortar fechas: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enseñar solo los meses que convienen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LOS TRUCOS DE LOS GRÁFICOS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Antes de creerte un gráfico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¿Dónde empieza el eje?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¿Qué fechas o datos faltan?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¿Qué dicen los números, no el dibujo?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¿Quién ha hecho el gráfico y qué gana? (sesión 32)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El precio del bocadillo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gráfico del bar: el bocadillo pasa de 2,00 € a 2,20 €. La barra nueva parece el triple de alta.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Miro el eje: empieza en 1,90 €, no en 0.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Desde 1,90, la barra de 2,00 mide 0,10 y la de 2,20 mide 0,30: el triple.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el precio real ha subido 20 céntimos: un 10 %.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el eje cortado hace que una subida del 10 % parezca el triple.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El mapa rojo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mapa de Bizkaia pinta de rojo intenso los pueblos donde «suben los robos de bicis».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rojo intenso da sensación de peligro.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Miro los números: en muchos pueblos se pasa de 1 robo a 2.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leyenda usa el mismo rojo para cualquier subida, sea de 1 o de 100.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el color transmite una emoción que los datos no justifican. Leo la leyenda y las cifras.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Solo los meses buenos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youtuber enseña un gráfico: sus seguidores suben de marzo a junio. «¡Crezco sin parar!»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fechas enseña? Solo de marzo a junio.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¿Y el resto del año? En enero tenía más seguidores que en junio.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Ha recortado el gráfico para enseñar solo la parte que sube.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un gráfico también engaña por lo que deja fuera. Pregunto qué fechas faltan.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Las temperaturas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gráfico de líneas muestra la temperatura media de agosto en Bilbao durante 30 años. El eje va de 18 °C a 22 °C.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eje no empieza en 0. ¿Es un gráfico engañoso?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En las barras, el largo es la cantidad: por eso su eje debe empezar en 0.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Aquí hay una línea, y 0 °C no es «nada de calor»: es cuando se hiela el agua.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 el eje de 0 a 22, una subida de 1 o 2 grados, que importa mucho, casi no se vería.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un eje que no empieza en 0 no siempre engaña. Pregunto si la diferencia que enseña importa.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 gráfico puede engañar aunque los números sean verdad.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Mira dónde empieza el eje, qué fechas faltan y qué emoción buscan los colores.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 eje cortado exagera las barras, pero en temperaturas puede estar bien.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Gráficos engañosos: ejes cortados y escalas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gráficos reales de noticias y anuncios con el eje cortado o las fechas recortadas.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