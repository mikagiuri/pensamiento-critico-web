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76 · UNIDAD 16 · AMISTAD, AMOR Y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Los mitos del amor romántico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Los mitos del amor romántico son creencias falsas o exageradas sobre el amor, como que los celos prueban amor; pueden disfrazar el control de cariño.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buen amigo quiere tu ______, aunque a veces eso sea decir que no.  (sesión 75)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amistad por ______ se basa en pasarlo bien juntos.  (sesión 75)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razón de mi argumento tiene que ser verdad, venir a cuento y ser ______.  (sesión 71)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buen amigo quiere tu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bien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aunque a veces eso sea decir que no.  (sesión 75)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amistad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placer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se basa en pasarlo bien juntos.  (sesión 75)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razón de mi argumento tiene que ser verdad, venir a cuento y ser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Letra de una canción inventada: «Sin ti no soy nada. Eres mi media naranja. Te quiero tanto que me muero de celos».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ideas sobre el amor hay en esa letra? ¿Son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Mitos, roles y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MITOS, ROLES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Mito del amor romántico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mito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del amor romántico es una creencia sobre el amor que mucha gente da por verdadera, pero es falsa o exagerada.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aprendemos de películas, canciones, series y redes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creemos por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por el grupo (sesión 3)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idea de la «otra mitad» ya sale en «El banquete», de Platón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psicólogo Carlos Yela los estudió y clasificó en España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MITOS, ROLES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mitos y por qué fallan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dice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qué falla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media naranja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Hay una sola persona hecha para 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Nadie está a medias; el amor puede llegar más de una vez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celos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son amor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tiene celos, es que te quiere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celos hablan de miedo e inseguridad, no de cuánto quiere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amor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lo puede todo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os queréis, todo se arregla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Querer no basta si hay faltas de respeto o daño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 me quiere, me enseña el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móvil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Quien ama no tiene secretos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Cada uno tiene derecho a su intimidad, también en pareja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MITOS, ROLES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Roles de género en las relaciones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Ideas fijas sobre cómo «deben» ser los chicos y las chicas en pareja: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«Él protege y decide; ella espera y cede»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«Si un chico llora o pide ayuda, es débil»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estereotipos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46): no describen a las personas reales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Hay muchas formas de relación, y no tener pareja también es una opción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MITOS, ROLES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Control disfrazado de cariño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control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cuando alguien vigila o limita a su pareja y lo presenta como amor o preocupación.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Pedir la ubicación o «¿con quién estás?» a todas horas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Decidir con quién quedas o qué ropa llevas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Pedir contraseñas o revisar el móvil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Enfadarse si no contestas enseguida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«Mándame la ubicación»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escribe a su novia cada hora: «¿Dónde estás? ¿Con quién? Mándame la ubicación». Y añade: «Es porque me preocupo por ti».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el chico? Que es preocupación, cariño.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hace? Vigila dónde está ella y con quién, a todas horas.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sé? Miro los hechos, no la etiqueta. Preocuparse alguna vez no es vigilar cada hora.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control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disfrazado de cariño. Llamarlo amor no lo convierte en amor.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Sentir celos y usar los celos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ve que su novio se ríe mucho con una compañera. Siente celos.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Sentir celos alguna vez es humano: es una emoción, no un delito.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que ella haga con ellos es otra cosa: puede hablarlo con calma, o vigilar y prohibir.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mito es creer que los celos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prueban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amor y dan derecho a controlar.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emoción no se elige; lo que hago con ella, sí.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¿Control o relación sana?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celos como prueba de amor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Revisar el móvil y pedir contraseñas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Separarte de tu cuadrilla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Relación sana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Respeto: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tus decisiones y tus límites cuentan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Confianza: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hace falta vigilar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Libertad: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tienes tu vida, tus amigos y tus aficiones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No se enseñan los móviles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y un chico llevan un año juntos. No se revisan el móvil ni se piden contraseñas. Una amiga opina: «Eso es que no confían el uno en el otro».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razón esa amiga?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lógico: si no hay secretos, ¿por qué no enseñarlo?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pedir el móvil es justo lo contrario: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confianza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Si confías, no necesitas comprobar.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Saca su conclusión de un dato que apunta a lo contrario. Y la intimidad es un derecho.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respetar el móvil del otro no es desconfianza; suele ser señal de una relación sana.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mitos del amor romántico son creencias falsas o exageradas sobre el amor.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celos no prueban amor; vigilar y controlar no es cariño.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relación sana se basa en respeto, confianza y libertad.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Los mitos del amor romántico y el control en la pareja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mitos en canciones y series, y separarlos de lo que es una relación sana.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