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71 · UNIDAD 14 · DECIDIR Y DEFENDER MIS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Construir tu propio argumento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Para defender una opinión: conclusión clara, dos o tres razones, un ejemplo y la objeción previsible con su respuesta.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______ es algo que quiero, pero sin lo que podría vivir igual de bien.  (sesión 70)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FOMO es el miedo a ______ algo: «todos lo tienen, no te quedes fuera».  (sesión 70)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emoción o una autoridad no son trampa por sí solas: mira si hay ______ debajo.  (sesión 59)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deseo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algo que quiero, pero sin lo que podría vivir igual de bien.  (sesión 70)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FOMO es el miedo 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perderse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algo: «todos lo tienen, no te quedes fuera».  (sesión 70)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emoción o una autoridad no son trampa por sí solas: mira si hay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razones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debajo.  (sesión 59)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Una chica escribe en el grupo de clase: «Deberían dejarnos usar el móvil en el recreo. Y punto».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¿Te convence? ¿Qué le falta?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Las cuatro piezas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LAS CUATRO PIEZAS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Cuatro piezas para defender una opinión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Hoy construyes el tuyo: tú solo y por escrito.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1. Conclusión: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lo que defiendo, dicho claro y en una frase.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2. Razones: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dos o tres, que pasen las tres preguntas (sesión 15).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3. Ejemplo: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un caso que muestre lo que digo.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4. Objeción y respuesta: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qué diría quien no está de acuerdo, y mi respuesta.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LAS CUATRO PIEZAS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Objeción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objeción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es una razón en contra de tu conclusión: lo que diría alguien que no está de acuerdo.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buscas tú, antes de que te la digan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respondes con razones, no con un «y punto»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 veces te obliga a cambiar o matizar tu conclusión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LAS CUATRO PIEZAS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Repetir y argumentar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Repetir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Decir la conclusión más fuerte o más veces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«Porque sí» o «y punto»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Hacer como si nadie pudiera pensar distinto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Argumentar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Dar razones que pasen las tres preguntas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Poner un ejemplo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Pensar qué diría el otro y responderle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Un argumento completo, pieza a pieza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Pieza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En el 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Conclusión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«El instituto debería tener taquillas para el alumnado»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Razones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«Las mochilas pesan mucho y hacen daño en la espalda»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Ejemplo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«Ejemplo inventado: el lunes un alumno cargó ocho kilos»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Objeción y respuesta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«Cuestan dinero.» «Sí, pero se pagan una vez y duran años»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Un chico y los fuegos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quiere convencer a su familia, por escrito, para ir con su cuadrilla a los fuegos artificiales de Aste Nagusia.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«Quiero ir a los fuegos del jueves con mi cuadrilla».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Razones: «Iremos cuatro juntos y volveremos en metro a las once». Ejemplo: «El año pasado fue un amigo y todo salió bien».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Objeción previsible: «Hay mucha gente y os podéis perder». Respuesta: «Quedamos en un punto fijo y llevo el móvil cargado».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al responder a lo que le preocupa a su familia, el argumento es mucho más fuerte.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¿Ya tiene la objeción?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defiende el móvil en el recreo y escribe: «Alguien dirá que los que quieren prohibirlo odian la tecnología. Pero eso es ridículo».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Ese chico ha escrito una objeción y la ha respondido. ¿Su argumento está completo?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tiene la pieza 4.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esa objeción está deformada: nadie ha dicho eso. Es un hombre de paja (sesión 21).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 el principio de caridad (sesión 58), busca la objeción más fuerte: «el móvil aísla y se deja de jugar juntos».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responder a una objeción débil es trampa. La buena objeción es la mejor versión del otro.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Antes de entregarlo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ANTES DE ENTREGARLO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Revisa tu argumento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¿Se entiende la conclusión en una sola frase?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¿Cada razón es verdad, viene a cuento y es suficiente?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¿El ejemplo muestra de verdad lo que digo?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¿He respondido a la objeción más fuerte, no a una deformada?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Si no sé responderla, quizá toca cambiar de opinión (sesión 57).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argumento propio tiene una conclusión clara, dos o tres razones y un ejemplo.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objeción es lo que diría quien no está de acuerdo, y hay que responderla con razones.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Tener en cuenta la objeción más fuerte distingue argumentar de repetir.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Cómo escribir un texto argumentativo: tesis, argumentos y contraargumento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otro ejemplo de argumento completo, con la objeción y su respuesta.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