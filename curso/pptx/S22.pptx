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«correlación no implica causalidad» · «falacia post hoc ejemplos» · «Los Simpson piedra que ahuyenta tigres»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22 · UNIDAD 4 · FALACIAS II: RAZONAR 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Causa falsa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Que una cosa pase después de otra, o a la vez, no basta para saber que la primera sea su causa.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pendiente resbaladiza se parece a la apelación al ______: asusta con el final.  (sesión 21)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pendiente resbaladiza es como un ______: si te subes, no puedes parar.  (sesión 21)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ataque a la persona cambia el tema a la ______; la pista falsa cambia de tema del todo.  (sesión 17)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pendiente resbaladiza se parece a la apelación al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miedo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asusta con el final.  (sesión 21)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pendiente resbaladiza es como 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tobogán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si te subes, no puedes parar.  (sesión 21)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ataque a la persona cambia el tema a 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persona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; la pista falsa cambia de tema del todo.  (sesión 17)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«Desde que llevo la pulsera roja, el Athletic ha ganado tres partidos seguidos. Esta pulsera da suerte.»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tiene que ver la pulsera con los goles?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«Después de» no es «por culpa de»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«DESPUÉS DE» NO ES «POR CULPA DE»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Causa falsa (post hoc)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Creer que una cosa causa otra solo porque pasó antes o porque ocurren juntas, sin mirar otras explicaciones.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Causa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lo que hace que ocurra otra cosa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latín,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post hoc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«después de esto»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«Después de» no es «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por culpa de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¿podría ser casualidad o haber otra causa?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«DESPUÉS DE» NO ES «POR CULPA DE»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Dos formas de causa falsa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Forma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El error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Después 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Pasó antes, así que fue la causa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«Me corté el pelo y perdimos el partido»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A la vez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 (correlación)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Van juntas, así que una causa la otra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«Hay más helados y más quemaduras: los helados queman»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 pulsera roja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«Desde que llevo la pulsera roja, el Athletic ha ganado tres partidos seguidos. Esta pulsera da suerte.»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pasó antes? Ponerse la pulsera.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pasó después? Tres victorias.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¿Otra explicación? El equipo jugó bien, los rivales eran flojos o fue casualidad.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causa falsa (post hoc). «Después de» no es «por culpa de».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El desayuno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Noticia inventada: «Los alumnos que desayunan en casa sacan mejores notas». Iker concluye: «El desayuno te hace más listo».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¿Van juntas? Sí: desayunar en casa y sacar buenas notas.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¿Puede haber una tercera causa? Sí: dormir bien, tener horarios, tener ayuda en casa.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desayuno puede ayudar, pero el dato solo dice que van juntas.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que vayan juntas no basta. Hace falta más para saber qué causa qué.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Una causa bien buscada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Maialen deja las bebidas energéticas por la tarde y durante tres semanas se duerme antes. Vuelve a tomarlas y vuelve a dormir mal.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¿Pasa una sola vez? No: lo ha visto varias semanas.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 quitado y puesto la causa? Sí, y el efecto cambia con ella.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¿Hay una explicación? Sí: llevan cafeína, y la cafeína quita el sueño.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Una causa de verdad se comprueba varias veces y se explica.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Lo que olvida la causa falsa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LO QUE OLVIDA LA CAUSA FALSA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explicaciones que hay que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Casualidad: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pasaron juntas por azar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Una tercera causa: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el calor sube los helados y las quemaduras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Al revés: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quizá lo que parecía efecto es la causa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LO QUE OLVIDA LA CAUSA FALSA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Las gambas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 come gambas por primera vez. A los diez minutos se le hinchan los labios y le pica la piel. Su madre: «Han sido las gambas».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Pasó después… ¿causa falsa? «Después de» no es «por culpa de».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Tiene la forma «pasó después, así que fue la causa».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hay una explicación conocida: la alergia a la comida da justo eso, y enseguida.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Y se puede comprobar: en el médico hay pruebas de alergia.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«después de» no basta, pero puede ser una buena pista. Es falacia solo si no miras nada más.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causa falsa cree que A causa B solo porque pasó antes o van juntas.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«Después de» no es «por culpa de», y la correlación sola no demuestra la causa.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Pregunta: ¿podría ser casualidad, una tercera causa o al revés?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Correlación no implica causa, con ejemplos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ejemplos graciosos de cosas que van juntas sin causarse.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