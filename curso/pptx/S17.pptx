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minutos. Sin apuntes. Es para recordar, no cuenta para nota.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minutos. Sin apuntes. Es para recordar, no cuenta para nota.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Nadie tiene que contestar: solo pensarlo.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unos segundos para que piensen la respuesta fácil antes de enseñar los pasos.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2 minutos para que lo escriban. La diapositiva siguiente muestra el resumen.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Buscar: «falacia pista falsa» · «red herring falacia en español»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42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1F2A44"/>
                </a:solidFill>
                <a:latin typeface="Nunito Sans"/>
              </a:rPr>
              <a:t>🦉 Aula de Filosofía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PENSAMIENTO CRÍTICO · SESIÓN 17 · UNIDAD 3 · FALACIAS I: ATACAR, DESVIAR, EMOCIONAR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La pista falsa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La pista falsa cambia de tema para no responder, y la discusión acaba lejos de la pregunta.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Escribe en tu hoja las palabras que faltan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Es legítimo si la emoción ______ a las razones; es falacia si las ______.  (sesión 16)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Pregunta para el miedo: ¿ese peligro es ______? ¿Qué pruebas hay?  (sesión 16)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En el cuento, los cortesanos cojeaban para caerle bien al ______.  (sesión 5)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Corrige con otro color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Es legítimo si la emoción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acompaña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a las razones; es falacia si las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sustituyen</a:t>
            </a:r>
            <a:r>
              <a:rPr sz="2600" b="0">
                <a:solidFill>
                  <a:srgbClr val="1F2A44"/>
                </a:solidFill>
                <a:latin typeface="Nunito Sans"/>
              </a:rPr>
              <a:t>.  (sesión 16)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Pregunta para el miedo: ¿ese peligro es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real</a:t>
            </a:r>
            <a:r>
              <a:rPr sz="2600" b="0">
                <a:solidFill>
                  <a:srgbClr val="1F2A44"/>
                </a:solidFill>
                <a:latin typeface="Nunito Sans"/>
              </a:rPr>
              <a:t>? ¿Qué pruebas hay?  (sesión 16)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En el cuento, los cortesanos cojeaban para caerle bien al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rey</a:t>
            </a:r>
            <a:r>
              <a:rPr sz="2600" b="0">
                <a:solidFill>
                  <a:srgbClr val="1F2A44"/>
                </a:solidFill>
                <a:latin typeface="Nunito Sans"/>
              </a:rPr>
              <a:t>.  (sesión 5)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La madre de Naiara: «¿Has hecho los deberes?». Naiara: «¿Sabías que el Athletic ha fichado a un delantero nuevo?».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¿Ha contestado Naiara? ¿Por qué habrá cambiado de tema?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Qué es la pista falsa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QUÉ ES LA PISTA FALSA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La pista falsa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Cambiar de tema para no responder a lo que se pregunta o se discute.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El nuevo tema suele ser más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interesante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La pregunta de verdad se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olvida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En inglés,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red herring</a:t>
            </a:r>
            <a:r>
              <a:rPr sz="2800" b="0">
                <a:solidFill>
                  <a:srgbClr val="1F2A44"/>
                </a:solidFill>
                <a:latin typeface="Nunito Sans"/>
              </a:rPr>
              <a:t>: se cuenta que despistaba a los perros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Pregunta: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¿qué tiene que ver esto con lo que hablábamos?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QUÉ ES LA PISTA FALSA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Cómo reconocerla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650000"/>
            <a:ext cx="10912000" cy="48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La respuesta habla de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otra cosa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Suele empezar con «ya, pero…» o «¿y qué me dices de…?»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Al final nadie recuerda la pregunta del principio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No es mentir: es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esquivar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Casos resueltos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1 · Los deberes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La madre de Naiara: «¿Has hecho los deberes?». Naiara: «¿Sabías que el Athletic ha fichado a un delantero nuevo?».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¿Qué le preguntan? Si ha hecho los deberes.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¿Qué responde? Un fichaje del Athletic.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¿Tiene que ver? No: es otro tema, más interesante.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pista falsa. La pregunta sigue sin respuesta.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2 · En el grupo de clase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Dylan: «Omar, ¿por qué subiste la foto de Leire sin preguntarle?». Omar: «¿Y qué me dices de las fotos que sube Aitor? ¡Esas sí que son malas!».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¿Qué se discute? Si Omar hizo bien al subir la foto.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¿Qué hace Omar? Habla de las fotos de Aitor.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¿Eso responde? No: aunque Aitor lo haga peor, la pregunta era sobre Omar.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pista falsa. Hay que volver a la pregunta: ¿por qué la subiste?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3 · Cambiar de tema sin trampa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Yasmin y Chen discuten qué serie ver. Chen: «Espera, eso luego. ¿Ves que sale humo de la cocina?».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¿Cambia de tema? Sí.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¿Es para no responder? No: hay algo urgente y lo dice claro.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Después pueden volver a la serie.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no es pista falsa. Cambiar de tema es legítimo si no sirve para esquivar.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Tres formas de no responder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3 · TRES FORMAS DE NO RESPONDER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Lo que llevamos de unidad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2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56000"/>
                <a:gridCol w="5456000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Falacia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Qué hace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Ataque a la persona (sesión 14)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Cambia el tema </a:t>
                      </a:r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a la persona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Hombre de paja (sesión 15)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Cambia </a:t>
                      </a:r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la idea</a:t>
                      </a:r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 por otra peor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Pista falsa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Cambia </a:t>
                      </a:r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de tema</a:t>
                      </a:r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 del todo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BLOQUE 3 · TRES FORMAS DE NO RESPONDER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¿Habla de otra cosa?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La madre de Naiara: «¿Has hecho los deberes de Matemáticas?». Naiara: «La profe de Mates está de baja toda la semana».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No dice ni «sí» ni «no». ¿Es una pista falsa?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Parece que cambia de tema: habla de la profesora.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Pero puede ser una respuesta: si la profe no está, quizá no ha mandado deberes.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La madre puede comprobarlo: «¿Entonces no tienes deberes?».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antes de decir «pista falsa», mira si la respuesta tiene que ver, aunque no lo parezca.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Escríbelo tú primero, sin mirar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Dos minutos. Después lo comparamos.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La pista falsa cambia de tema para no responder.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El nuevo tema suele ser más interesante, y la pregunta se olvida.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Para desmontarla: ¿qué tiene que ver esto con lo que hablábamos?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VÍDEO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FBF7EF"/>
                </a:solidFill>
                <a:latin typeface="Fredoka"/>
              </a:rPr>
              <a:t>La falacia de la pista falsa (red herring)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2200000"/>
            <a:ext cx="10912000" cy="2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C9D3E6"/>
                </a:solidFill>
                <a:latin typeface="Nunito Sans"/>
              </a:rPr>
              <a:t>Ver cómo se esquiva una pregunta en entrevistas y debates.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minutos · individual · en silencio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1 · Todos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puntos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2 · Repaso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3 · Reto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1.ª pasada: sin apuntes, con bolígrafo. 2.ª pasada: con los apuntes, en otro color. Marca «seguro» o «dudo» en cada respuesta.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