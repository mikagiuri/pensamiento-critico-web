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55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Autonomía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Ser autónomo es decidir con tus propias razones; pensar por uno mismo no es pensar solo, sino escuchar a otros y juzgar tú.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urgencia, en publicidad, te mete ______ con el tiempo.  (sesión 54)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______: busca que sigas mirando.  (sesión 54)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la emoción es fuerte: nombrar, ______ y preguntar.  (sesión 43)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urgencia, en publicidad, te mete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prisa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con el tiempo.  (sesión 54)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busca que sigas mirando.  (sesión 54)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Cuando la emoción es fuerte: nombrar,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esperar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y preguntar.  (sesión 43)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se ha cortado el pelo como su youtuber favorito, usa sus frases y opina igual que él sobre 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¿Ese chico piensa por sí mismo? ¿Cómo lo sabrías?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la autonomía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AUTONOMÍA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Autonomía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darse las propias normas: decidir qué creer y qué hacer con razones que puedes explicar.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Del griego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autós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(uno mismo)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nómos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(ley, norma)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contrario: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heteronomía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que otros o tus impulsos decidan por ti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hacer lo que me da la gana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aprende poco a poco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AUTONOMÍA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Pensar por uno mismo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solo, sin escuchar a nadie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Llevar siempre la contraria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Inventarlo todo desde cero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hacer caso a los expertos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Escuchar a otros y pedir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Decidir yo con esas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Poder explicar por qué creo algo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si hay razones mejores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AUTONOMÍA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¡Sapere aude! ¡Ten el valor de servirte de tu propio entendimiento!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Immanuel Kant, «Respuesta a la pregunta: ¿Qué es la Ilustración?» (1784). Sapere aude: «atrévete a saber»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chico y su youtuber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opina igual que su youtuber favorito sobre todo: música, política, videojuegos, comida. Cuando le preguntan por qué, dice: «Lo dijo él».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¿De dónde vienen sus opiniones? Todas de la misma persona.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¿Sabe explicar por qué las tiene? No: solo «lo dijo él».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Admirar a alguien está bien. El problema es no pasar nada por su propio filtro.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en eso ese chico no piensa por sí mismo. Otro decide por él: heteronomía.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chica y la médica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tiene tos. Su médica le receta un jarabe y se lo toma. ¿Ha dejado de pensar por sí misma?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chica no sabe de medicina; la médica sí (sesión 7).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Nadie puede comprobarlo todo: fiarse de un experto en su campo es una buena razón.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Kant criticaba otra cosa: dejar que otros piensen siempre por ti, por pereza o por miedo.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decide ella, con buenas razones. Autonomía no es hacerlo todo solo.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Pensar igual que otro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sigue a un youtuber de ciencia. Busca otras fuentes, compara razones… y casi siempre acaba pensando lo mismo que él.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Piensa igual que su youtuber, como en el primer caso. ¿Tampoco es autónomo?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lo mismo que antes: las mismas opiniones que su youtuber.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este chico compara fuentes y puede explicar sus razones. Si no le convencen, discrepa.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Coincidir con alguien no es depender de él. Importa cómo llegas a la idea.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autonomía no se mide por pensar distinto, sino por decidir con tus razones.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Conexión con la unidad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CONEXIÓN CON LA UNIDAD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Quién tira de nosotros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En la unidad 9 vimos cosas que pueden decidir por nosotros sin que lo notemos: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publicidad y sus técnicas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influencers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apps que enganchan y los algoritmos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grupo: «todo el mundo lo hace»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Ser autónomo es decidir qué creer y qué hacer con tus propias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Pensar por uno mismo no es pensar solo: escucho a otros y luego juzgo yo.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 contrario es la heteronomía: que otros decidan por ti, muchas veces sin notarlo.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Autonomía y «atrévete a pensar» (sapere aude)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otra explicación de la frase de Kant (que tomó del poeta latino Horacio) y de qué es pensar por uno mismo.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