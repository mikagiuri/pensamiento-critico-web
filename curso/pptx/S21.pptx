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21 · UNIDAD 4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El hombre de paja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hombre de paja deforma la idea del otro para atacar una versión más fácil de tumbar.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ataca a quien habla en lugar de responder a su ______.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lo desmonta: ¿qué tiene que ver quién lo ______ con la idea?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prueba social es un ______ de la mente: a veces ayuda y a veces engaña.  (sesión 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ataca a quien habla en lugar de responder a su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argumento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lo desmonta: ¿qué tiene que ver quién 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dice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con la idea?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prueba social es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atajo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la mente: a veces ayuda y a veces engaña.  (sesión 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chica: «Podríamos dejar el móvil en la mochila durante la comida». Un chico: «Claro, tú quieres prohibir los móviles y volver a la Edad Media».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dicho eso la chica? ¿Contra qué idea está peleando el chico?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el hombre de paja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EL HOMBRE DE PAJA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Hombre de paja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Deformar la idea del otro, exagerándola o cambiándola, para atacar esa versión falsa en lugar de la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muñeco de paja se parece a una persona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se tumba de un golpe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eso exactamente lo que he dicho?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EL HOMBRE DE PAJA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formas de fabricar el muñeco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Exagerar: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«menos azúcar» se convierte en «prohibir los dulces»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Recortar: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quitar la parte que hace razonable la idea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Inventar: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poner en su boca algo que no ha dicho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EL HOMBRE DE PAJA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dijo y lo que atacan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Lo que dijo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muñeco de paja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«Podríamos bajar la música en el patio»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«Quiere que el recreo sea una biblioteca»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«Estoy cansada, hoy no salgo»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«Ya no te importa la cuadrilla»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«Este juego tiene demasiados anuncios»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«Odias los videojuegos»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móvil en la comida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«Podríamos dejar el móvil en la mochila durante la comida». Un chico: «Claro, tú quieres prohibir los móviles y volver a la Edad Media».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la chica? Dejar el móvil en la mochila durante la comida.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ataca el chico? «Prohibir los móviles» y «la Edad Media».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lo mismo? No: es una versión exagerada, mucho más fácil de rechazar.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hombre de paja. La idea real de la chica sigue sin respuesta.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comentario en YouTube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comenta en un vídeo: «Tenía demasiados anuncios». Otro usuario responde: «O sea, que los creadores deberían trabajar gratis. Qué fácil».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el chico? Que había demasiados anuncios.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atacan? Que los creadores trabajen gratis.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¿Dijo eso el chico? No: menos anuncios no es cero dinero.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hombre de paja por exageración.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Resumir bien no es hombre de paja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«Los deberes de los viernes deberían ser cortos». Un chico: «Propones menos deberes el fin de semana. No estoy de acuerdo: el lunes hay examen».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¿Resume bien el chico? Sí: «cortos» es «menos deberes».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¿Responde a la idea real? Sí, y da una razón: el examen del lunes.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están de acuerdo, y eso está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hombre de paja. Discrepar de la idea real es legítimo.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Deformar o resumir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DEFORMAR O RESUMIR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¿Muñeco de paja o resumen justo?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Hombre de paja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Exagera o cambia la idea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Ataca algo que no se ha dicho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Busca ganar fácil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Resumen justo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Repite la idea como la dijo el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otro diría: «sí, eso digo»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Responde a la idea real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DEFORMAR O RESUMIR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¿Suena exagerado = hombre de paja?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«Los deberes no sirven para nada: hay que quitarlos todos». Una chica: «Este chico quiere quitar todos los deberes, y no estoy de acuerdo».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Suena muy exagerado. ¿Es un hombre de paja?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Suena extremo, como los muñecos de paja que hemos visto.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¿lo dijo el chico? Sí: «hay que quitarlos todos».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diría: «sí, eso digo».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resumen justo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 una idea que ya era extrema.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compara con lo que dijo de verdad, no con lo exagerado que suena.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hombre de paja deforma la idea del otro para atacarla más fácil.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 fabrica exagerando, recortando o inventando lo que el otro dijo.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desmontarlo, pregunta: ¿es eso exactamente lo que he dicho?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del hombre de paja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truco en discusiones y en dibujos animados.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