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«cadenas de WhatsApp falsas» · «apelación al miedo falacia»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16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Apelar a las emociones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emociones importan y a veces son razones; la falacia es asustar o dar pena en lugar de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______».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______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tumba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sientes al leerlo? ¿Te da alguna prueba?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Miedo y pena en lugar de razones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al miedo (ad metum)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asustando, en lugar de dar razones: con un peligro que no se demuestra o que no viene a cuento.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que decidas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rápido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Cadenas de WhatsApp, anuncios, rumores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¿ese peligro es real? ¿Qué pruebas hay?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pena (ad misericordiam)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dando pena en lugar de dar razones sobre lo que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apelación 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pena puede ser real, pero no responde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 quito la pena, ¿qué razón queda?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 Y PENA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no…, pasará algo terrible»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«Sin esta funda, perderás todas tus fotos»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Tristeza en lugar de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«Apruébame, que si no me castigan»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cadena de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piden? Reenviar el mensaje.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dan? Un miedo: perder la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hay? Ninguna. WhatsApp no borra cuentas por no reenviar cadenas.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al miedo. Si quito el miedo, no queda ninguna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parte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Iker, al profesor: «No me pongas el parte por usar el móvil en clase. Mi madre me castigará sin ir al partido del Athletic».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usar el móvil en clase merece el parte.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Iker? Que el castigo le dará mucha pena.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queda? Nada sobre si usó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pena. Su tristeza puede ser real, pero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miedo con razones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 una escuela de bici: «Lleva casco. En una caída, protege la cabeza. Lo dicen los médicos de urgencias».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miedo? Sí: habla de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peligro es real? Sí: en bici hay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razones? Sí: explica cómo protege el casco y quién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Avisar de un peligro real, con razones,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Emoción con razones o en lugar de razones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es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 o la pena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no se demuestra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meten prisa para que no pienses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es real y se explica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 con calma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¿Dar pena es 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del instituto: «Recogemos comida para el banco de alimentos. Hay familias del barrio que no tienen suficiente para comer».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pena. ¿Es una apelación a la pena?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da pena: habla de familias que lo pasan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¿qué se pide? Ayudar. Y que alguien pase hambre es justo la razón para ayudar.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razón queda? Una necesidad real,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emoción acompaña a una razón que viene a cuento.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al miedo asusta en lugar de dar razones: el peligro no se demuestra.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 la pena da pena en lugar de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emociones valen si acompañan a las razones, no si las sustituyen.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Cadenas falsas de WhatsApp que meten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Reconocer el miedo como truco en mensajes que les llegan de verdad.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