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16 · UNIDAD 3 · ARGUMENTAR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Deducción e inducción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En una deducción bien hecha, la conclusión es segura si las premisas son verdad; en una inducción, solo es probable.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______ razón pasa las tres preguntas.  (sesión 15)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segunda pregunta de una buena razón es: «¿Viene a ______?», es decir, ¿tiene que ver con la conclusión?  (sesión 15)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 los experimentos de la unidad 2, el de las líneas estudió la ______; el de las descargas, la obediencia.  (sesión 11)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buena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razón pasa las tres preguntas.  (sesión 15)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segunda pregunta de una buena razón es: «¿Viene 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cuento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?», es decir, ¿tiene que ver con la conclusión?  (sesión 15)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 los experimentos de la unidad 2, el de las líneas estudió la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conformidad</a:t>
            </a:r>
            <a:r>
              <a:rPr sz="2600" b="0">
                <a:solidFill>
                  <a:srgbClr val="1F2A44"/>
                </a:solidFill>
                <a:latin typeface="Nunito Sans"/>
              </a:rPr>
              <a:t>; el de las descargas, la obediencia.  (sesión 11)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Un chico: «Todas las veces que he pedido pizza en ese sitio ha llegado fría. Hoy también llegará fría».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¿Es seguro que hoy llegará fría? ¿O solo es probable?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Dos formas de razonar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DOS FORMAS DE RAZONAR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Deducción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En una deducción bien hecha, si las premisas son verdad, la conclusión es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segura</a:t>
            </a:r>
            <a:r>
              <a:rPr sz="2800" b="1">
                <a:solidFill>
                  <a:srgbClr val="1F2A44"/>
                </a:solidFill>
                <a:latin typeface="Nunito Sans"/>
              </a:rPr>
              <a:t>: tiene que ser verdad.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P1: Todos los alumnos de 2.º tienen Inglés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P2: un chico es de 2.º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C: Por tanto, ese chico tiene Inglés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DOS FORMAS DE RAZONAR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Inducción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En una inducción, las premisas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apoyan</a:t>
            </a:r>
            <a:r>
              <a:rPr sz="2800" b="1">
                <a:solidFill>
                  <a:srgbClr val="1F2A44"/>
                </a:solidFill>
                <a:latin typeface="Nunito Sans"/>
              </a:rPr>
              <a:t> la conclusión, pero no la aseguran: es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probable</a:t>
            </a:r>
            <a:r>
              <a:rPr sz="2800" b="1">
                <a:solidFill>
                  <a:srgbClr val="1F2A44"/>
                </a:solidFill>
                <a:latin typeface="Nunito Sans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Muchas veces parte de casos que hemos visto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Las diez veces que fui al dentista, tuve que esperar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Por tanto, la próxima vez también esperaré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Puede fallar: quizá esta vez no haya nadie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DOS FORMAS DE RAZONAR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Deducción e inducción, juntas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Pregunta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Deducción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Inducción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¿Cómo es la conclusión?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Segura, si las premisas son verdad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Probable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¿Va más allá de las premisas?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No: solo saca lo que ya dicen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Sí: por eso puede fallar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¿Puede fallar?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No, si está bien hecha y las premisas son verdad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Sí, aunque las premisas sean verdad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El reconocimiento médico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«Todos los jugadores del equipo tienen que pasar el reconocimiento médico. Una chica es del equipo. Por tanto, esa chica tiene que pasarlo.»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¿La conclusión sale de lo que dicen las premisas? Sí.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Si las dos premisas son verdad, ¿puede ser falsa la conclusión? No.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es una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deducción</a:t>
            </a:r>
            <a:r>
              <a:rPr sz="2400" b="0">
                <a:solidFill>
                  <a:srgbClr val="1F2A44"/>
                </a:solidFill>
                <a:latin typeface="Nunito Sans"/>
              </a:rPr>
              <a:t>. La conclusión es segura.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La pizza fría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«Todas las veces que he pedido pizza en ese sitio ha llegado fría. Hoy también llegará fría.»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¿De dónde sale la conclusión? De casos que ese chico ha vivido.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¿Puede fallar? Sí: hoy puede venir otro repartidor o haber menos tráfico.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¿Es fuerte? Depende de cuántas veces ha pedido: dos veces no es lo mismo que veinte.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es una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inducción</a:t>
            </a:r>
            <a:r>
              <a:rPr sz="2400" b="0">
                <a:solidFill>
                  <a:srgbClr val="1F2A44"/>
                </a:solidFill>
                <a:latin typeface="Nunito Sans"/>
              </a:rPr>
              <a:t>. La conclusión es probable, no segura.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3 · Los cisnes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Durante siglos, en Europa solo se vieron cisnes blancos. Por eso se decía: «Todos los cisnes son blancos». En 1697, unos exploradores encontraron cisnes negros en Australia.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Era una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inducción</a:t>
            </a:r>
            <a:r>
              <a:rPr sz="2400" b="0">
                <a:solidFill>
                  <a:srgbClr val="1F2A44"/>
                </a:solidFill>
                <a:latin typeface="Nunito Sans"/>
              </a:rPr>
              <a:t>: muchos casos vistos y una conclusión general.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Muchísimos casos no la hacían segura.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Bastó ver cisnes negros para tumbarla.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una inducción puede fallar, aunque tenga muchos casos. Lo veremos en la sesión 17.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¿«Todos» + «por tanto» = segura?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«Todos los de 2.º B tienen Inglés. Un chico tiene Inglés. Por tanto, ese chico es de 2.º B.»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Tiene «todos» y «por tanto», como la del reconocimiento médico. ¿La conclusión es segura?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Se parece mucho a la del reconocimiento médico. Pero mira bien el orden.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Las dos premisas pueden ser verdad y ese chico ser de 2.º A, que también tiene Inglés.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 conclusión no sale de las premisas: la deducción está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mal hecha</a:t>
            </a:r>
            <a:r>
              <a:rPr sz="2400" b="0">
                <a:solidFill>
                  <a:srgbClr val="1F2A44"/>
                </a:solidFill>
                <a:latin typeface="Nunito Sans"/>
              </a:rPr>
              <a:t>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no mires solo las palabras. Pregunta: si las premisas son verdad, ¿puede fallar la conclusión?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Errores típicos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3 · ERRORES TÍPICOS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Cuidado con estas ideas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Error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«Es una deducción, así que la conclusión es verdad»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«Si ha pasado muchas veces, pasará seguro»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«La inducción no sirve para nada»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Mejor así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deducción asegura solo si está bien hecha y las premisas son verdad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inducción es muy útil: la usamos cada día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Cuantos más casos y más variados, más probable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En una deducción bien hecha, si las premisas son verdad, la conclusión es segura.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En una inducción, las premisas apoyan la conclusión, pero solo la hacen probable.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Cuantos más casos, y más variados, más fuerte es una inducción.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Razonamiento deductivo e inductivo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Ver otros ejemplos de conclusiones seguras y conclusiones probables.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